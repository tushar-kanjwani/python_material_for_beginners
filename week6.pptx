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257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51" r:id="rId19"/>
    <p:sldId id="352" r:id="rId20"/>
    <p:sldId id="353" r:id="rId21"/>
    <p:sldId id="354" r:id="rId22"/>
    <p:sldId id="348" r:id="rId23"/>
    <p:sldId id="350" r:id="rId24"/>
    <p:sldId id="355" r:id="rId25"/>
    <p:sldId id="349" r:id="rId26"/>
    <p:sldId id="356" r:id="rId27"/>
    <p:sldId id="35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10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688E-59D4-BDDD-3D02-6D73A056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EFBC0-9D25-433A-3A34-C8BEEE709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664AF-543E-2DFC-4CB0-D689189A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B18DB-BF1E-4F45-511C-BE5AE46D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6EF73-2275-FF78-EFDC-75F43EB8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6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A0B7-356D-B9A5-E4DD-448A1C4F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62C35-6955-CB43-8255-C27977A54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A628-6D47-2D51-7503-5F58CEA8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DA3B0-3656-7A5C-77AA-E549EA1A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2F425-214C-8468-D6EC-4B798B6B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4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1748-35EA-A2EB-92DC-1C0DB0CDA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4E8DA-DD9C-F751-E543-B5B1BEA37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C44C0-71CC-99D6-EE33-EA67CC6E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09E49-983F-A665-54A0-EC996B8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0E58-B961-9663-2769-184B4188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0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58A6-4AB5-1064-C2A7-7E23D08E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CF056-A8EF-E8BD-84CF-9FA09D958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3E44A-92F0-23BD-CFF1-00C58567F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BEB88-46B8-9F54-8DEA-29671391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F3EA4-827E-E1C6-FB3C-1D1DE0F9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71F89-D77C-764F-7025-AB331B75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2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50CB-51D7-77D9-E629-5E641492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54D97-23D0-EA75-A72E-62CFE1BF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48497-2314-0771-9793-EFA61DFCA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4A97F-5CDD-7A83-FE27-22586538A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FD2EB-6663-E9E4-0176-A72D0FD05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6E1A9-D069-4819-309B-15EE6263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807EF-A483-1143-186C-3E6E3D6A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0136-1A7D-8F78-75F2-D3FC0FB6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39AE-587D-6CA8-453D-A05016B4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AE9A0-27B6-DDC9-FB96-1ED2DDED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6CDAD-FCF9-6F51-36A5-8D112B73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3F3AC-A453-45A9-97D7-AE793FA9E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2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8E4C1-BBE7-B459-236C-AF22C8F4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1FF47-E6B2-F300-B6A6-9B0E6B91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74E8B-1033-BABE-0241-EFBB70CA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3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784B-A799-DC0C-8395-173E6F34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3AF20-CE9E-3EFA-DE27-EE883526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FCF7E-5CEC-10AC-9833-2BE6B0990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9A14-9C7C-DB03-390C-2D5E14F8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2D9B9-9731-6BDC-C792-1684F7BF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B6227-4F28-F346-A4D4-1CF1BB64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5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68D6-F7C2-14CE-ABCE-25507DDC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799622-807A-3FB9-0EF1-F41C53563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66232-6C1E-6EF6-9804-4E0D42846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C8F8C-A110-FF25-AFD4-6B62C1B5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0F838-E8B3-9EFF-7B99-526DC64C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06672-C7DE-A2BC-A608-13D18F8B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2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CF8A-54B2-3E2B-1BD4-0F3F8BB8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50296-BE0A-0DE9-9B3D-D59226A2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918F8-1BE6-1D9B-2BEE-CB447527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0E83-A9E8-1B7F-E989-4D8D5CE2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E013C-7F1F-19F8-1FA2-D47F23BA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0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59990B-CE12-D3D3-9294-EFD923C81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96B18-A6A7-0452-F98D-821CD4843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49945-812B-0085-2B30-8D783C76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730D2-750E-28AC-C94D-84120226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2DC0-F693-11AC-C788-98627766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5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09CFC-A151-6542-D3BC-31197F98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1B2DD-2D5D-C837-BC94-39790CB2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638F-B51E-34D6-C000-898F85C28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07D8C-D70F-4F23-8826-DD987C58B77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84823-59F1-62DE-4A14-206A986FC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C552A-9C80-E087-F143-DD307345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DEF70-3B35-4C17-B6B7-106233D42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4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4353-D818-527A-3CA1-97D550AB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D6A9-940F-6A33-1F1E-EB2D7F4F1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pc="-5" dirty="0">
                <a:solidFill>
                  <a:srgbClr val="1F3863"/>
                </a:solidFill>
              </a:rPr>
            </a:br>
            <a:r>
              <a:rPr lang="en-US" spc="-5" dirty="0">
                <a:solidFill>
                  <a:srgbClr val="1F3863"/>
                </a:solidFill>
              </a:rPr>
              <a:t>Application Programming Interface</a:t>
            </a:r>
            <a:r>
              <a:rPr lang="en-US" b="1" spc="-5" dirty="0">
                <a:solidFill>
                  <a:srgbClr val="1F3863"/>
                </a:solidFill>
              </a:rPr>
              <a:t> (APIs)</a:t>
            </a:r>
            <a:endParaRPr lang="en-US" spc="-5" dirty="0">
              <a:solidFill>
                <a:srgbClr val="1F386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6F3A6-0441-DC17-0B3B-E258912DF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5" dirty="0">
                <a:solidFill>
                  <a:srgbClr val="1F3863"/>
                </a:solidFill>
              </a:rPr>
              <a:t>Week-06</a:t>
            </a:r>
          </a:p>
          <a:p>
            <a:r>
              <a:rPr lang="en-US" spc="-5" dirty="0">
                <a:solidFill>
                  <a:srgbClr val="1F3863"/>
                </a:solidFill>
              </a:rPr>
              <a:t>Engr. </a:t>
            </a:r>
            <a:r>
              <a:rPr lang="en-US" spc="-5">
                <a:solidFill>
                  <a:srgbClr val="1F3863"/>
                </a:solidFill>
              </a:rPr>
              <a:t>Tushar Kanjwani</a:t>
            </a:r>
            <a:endParaRPr lang="en-US" spc="-5" dirty="0">
              <a:solidFill>
                <a:srgbClr val="1F38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25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8EAA-3E8A-E38A-EB89-EBB3A10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CCB19-6392-97EE-0CE1-33A4156D8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APIs</a:t>
            </a:r>
            <a:r>
              <a:rPr lang="en-US" dirty="0"/>
              <a:t> are the invisible backbone of modern software development. They enable applications and systems to communicate and share data efficiently.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4C804-E9FF-589A-5139-692956AB3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01" y="3282130"/>
            <a:ext cx="7206123" cy="289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4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0241-3667-1F9A-CF9C-1CF47BB6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593552-4C78-14F8-4633-507A45DF4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9599" y="2034107"/>
            <a:ext cx="8792802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7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E1E-AE2E-61AD-8FFF-698C63FD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APIs?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A8546-9ED5-F8E3-4D3C-00F4B017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Reusability:</a:t>
            </a:r>
            <a:r>
              <a:rPr lang="en-US" dirty="0"/>
              <a:t> (e.g., Google Maps API, Stripe Payments API).</a:t>
            </a:r>
          </a:p>
          <a:p>
            <a:pPr fontAlgn="base"/>
            <a:r>
              <a:rPr lang="en-US" b="1" dirty="0"/>
              <a:t>Efficiency:</a:t>
            </a:r>
            <a:r>
              <a:rPr lang="en-US" dirty="0"/>
              <a:t> Save development time.</a:t>
            </a:r>
          </a:p>
          <a:p>
            <a:pPr fontAlgn="base"/>
            <a:r>
              <a:rPr lang="en-US" b="1" dirty="0"/>
              <a:t>Integration:</a:t>
            </a:r>
            <a:r>
              <a:rPr lang="en-US" dirty="0"/>
              <a:t> Connect multiple platforms web, mobile, IoT.</a:t>
            </a:r>
          </a:p>
          <a:p>
            <a:pPr fontAlgn="base"/>
            <a:r>
              <a:rPr lang="en-US" b="1" dirty="0"/>
              <a:t>Automation:</a:t>
            </a:r>
            <a:r>
              <a:rPr lang="en-US" dirty="0"/>
              <a:t> machines to machines communication</a:t>
            </a:r>
          </a:p>
          <a:p>
            <a:r>
              <a:rPr lang="en-US" b="1" dirty="0"/>
              <a:t>Scalability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06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2279-4485-2567-BE99-952CEFD0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Requests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28140-403E-7667-193B-082E122D4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Requests Library is a simple and powerful tool to send </a:t>
            </a:r>
            <a:r>
              <a:rPr lang="en-US" b="1" dirty="0"/>
              <a:t>HTTP </a:t>
            </a:r>
            <a:r>
              <a:rPr lang="en-US" dirty="0"/>
              <a:t>requests and interact with web resources. </a:t>
            </a:r>
          </a:p>
          <a:p>
            <a:r>
              <a:rPr lang="en-US" dirty="0"/>
              <a:t>It allows to easily send requests to web servers and handle responses using:</a:t>
            </a:r>
          </a:p>
          <a:p>
            <a:pPr lvl="1"/>
            <a:r>
              <a:rPr lang="en-US" b="1" dirty="0"/>
              <a:t>GET </a:t>
            </a:r>
          </a:p>
          <a:p>
            <a:pPr lvl="1"/>
            <a:r>
              <a:rPr lang="en-US" b="1" dirty="0"/>
              <a:t>POST</a:t>
            </a:r>
          </a:p>
          <a:p>
            <a:pPr lvl="1"/>
            <a:r>
              <a:rPr lang="en-US" b="1" dirty="0"/>
              <a:t>PUT</a:t>
            </a:r>
          </a:p>
          <a:p>
            <a:pPr lvl="1"/>
            <a:r>
              <a:rPr lang="en-US" b="1" dirty="0"/>
              <a:t>DELETE</a:t>
            </a:r>
          </a:p>
          <a:p>
            <a:pPr lvl="1"/>
            <a:r>
              <a:rPr lang="en-US" b="1" dirty="0"/>
              <a:t>PATCH</a:t>
            </a:r>
          </a:p>
          <a:p>
            <a:pPr lvl="1"/>
            <a:r>
              <a:rPr lang="en-US" b="1" dirty="0"/>
              <a:t>HEAD  </a:t>
            </a:r>
          </a:p>
        </p:txBody>
      </p:sp>
    </p:spTree>
    <p:extLst>
      <p:ext uri="{BB962C8B-B14F-4D97-AF65-F5344CB8AC3E}">
        <p14:creationId xmlns:p14="http://schemas.microsoft.com/office/powerpoint/2010/main" val="257247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C2CC-8A37-741A-69A2-434BE524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Request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FF5B-D556-8923-99BD-ACC4EDBF7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`pip` to install the `requests` library.</a:t>
            </a:r>
          </a:p>
          <a:p>
            <a:r>
              <a:rPr lang="en-US" b="1" dirty="0"/>
              <a:t>pip install requests</a:t>
            </a:r>
          </a:p>
        </p:txBody>
      </p:sp>
    </p:spTree>
    <p:extLst>
      <p:ext uri="{BB962C8B-B14F-4D97-AF65-F5344CB8AC3E}">
        <p14:creationId xmlns:p14="http://schemas.microsoft.com/office/powerpoint/2010/main" val="56923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5953-26AC-FF93-2410-5B29BF05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Simple HTTP GET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7F3B4-4A6B-35E7-91A5-4BE02969C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Python code to make an HTTP GET request to an API endpoint using the `requests`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69CA3-3828-D001-33EE-642E21B9A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360"/>
          <a:stretch>
            <a:fillRect/>
          </a:stretch>
        </p:blipFill>
        <p:spPr>
          <a:xfrm>
            <a:off x="838200" y="3028894"/>
            <a:ext cx="4839375" cy="317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BB596C-E754-8CB0-D0FE-5515F33A2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597" y="2996266"/>
            <a:ext cx="5696745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9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58BA-D708-98F7-D4BD-39DAB7ED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D80F-2EFF-7E32-E3E6-49009AB5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Simple HTTP GET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BCDC-ABDF-1ED5-EA0B-A51D533C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Python code to make an HTTP GET request to an API endpoint using the `requests`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F8231-023C-86B4-A4CF-12A03F63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69" t="30137" r="1869" b="30223"/>
          <a:stretch>
            <a:fillRect/>
          </a:stretch>
        </p:blipFill>
        <p:spPr>
          <a:xfrm>
            <a:off x="838200" y="3028894"/>
            <a:ext cx="4839375" cy="317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23F490-C728-8228-2266-51D28BE95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65189"/>
            <a:ext cx="5664498" cy="289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23CB-F5B9-F8F5-0032-ED57DAAF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F8D0-D8C2-D49E-0056-158B3317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Simple HTTP GET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50CA1-935B-A071-C061-24189098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Python code to make an HTTP GET request to an API endpoint using the `requests`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E28BA-22FC-1F33-E7F1-A2A85664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95" t="64041" r="1695" b="-3681"/>
          <a:stretch>
            <a:fillRect/>
          </a:stretch>
        </p:blipFill>
        <p:spPr>
          <a:xfrm>
            <a:off x="848248" y="3028894"/>
            <a:ext cx="4839375" cy="317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9EC56-04B9-3E56-A55F-B8AFEA17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00" y="2842748"/>
            <a:ext cx="593490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9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22DA-5FE1-A933-0344-B94BDA5E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7F10-5F3F-8285-C7B8-1B208BCC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Response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DC11-CF06-4776-DC04-7426C3079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and print the content returned by the API request.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9A7F5-EA1C-8BB3-CF6F-93B5CEC9F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86374"/>
            <a:ext cx="3398227" cy="442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493E4E-C80C-091A-37E2-0A8B6D4E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335" y="2600520"/>
            <a:ext cx="505848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3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DFE8-92F8-A244-EFF5-570A424F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8554-1DF7-8F8C-F976-E2162152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JSON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FBFA7-FF4F-3397-8DA5-CC4D75AF4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the API response content to JSON and print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2FDD0-3880-BD6E-36CD-4F74CAEAB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01" y="2581509"/>
            <a:ext cx="6439799" cy="3248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25704-DA0E-D20F-10D0-EC7BCE36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93" y="2943025"/>
            <a:ext cx="3353595" cy="10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6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33EA-EA66-5511-84C8-D564AD7E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46BB-6301-AA1B-847E-54EFA445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Fetching Specific Data from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7CC0-0110-F847-E8E9-128D628C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7774" cy="4351338"/>
          </a:xfrm>
        </p:spPr>
        <p:txBody>
          <a:bodyPr/>
          <a:lstStyle/>
          <a:p>
            <a:r>
              <a:rPr lang="en-US" dirty="0"/>
              <a:t>Extract specific information from the JSON response. (e.g., Extract the '</a:t>
            </a:r>
            <a:r>
              <a:rPr lang="en-US" dirty="0" err="1"/>
              <a:t>current_user_url</a:t>
            </a:r>
            <a:r>
              <a:rPr lang="en-US" dirty="0"/>
              <a:t>' from GitHub API response).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E871EE-0BB7-5484-0062-886E12265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219" y="1958536"/>
            <a:ext cx="3565581" cy="40770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1639E0-1D5D-3337-D05C-6707AF62C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08" y="3997085"/>
            <a:ext cx="485842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90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AB85-6A97-BE69-1D9A-4F75793B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2DAC-AC58-A676-52B8-36522D4C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API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2150C-AACB-1D56-BB37-D24EABCDD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 API request with query parameters. (e.g., Search for a user on GitHub).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1BDD3-F749-C93D-5627-8D405EED9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01" y="2581509"/>
            <a:ext cx="6439799" cy="3248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D25B2C-9C2E-1DAC-1967-0C3292406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93" y="2943025"/>
            <a:ext cx="3353595" cy="10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418D-2F46-5EE5-8B04-6C4FC441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Listing Installed Packages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62ED-06D3-4A13-866B-4E4979E3A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script to list all installed packages using `pip`</a:t>
            </a:r>
          </a:p>
          <a:p>
            <a:r>
              <a:rPr lang="en-US" b="1" dirty="0"/>
              <a:t>!pip list</a:t>
            </a:r>
          </a:p>
        </p:txBody>
      </p:sp>
    </p:spTree>
    <p:extLst>
      <p:ext uri="{BB962C8B-B14F-4D97-AF65-F5344CB8AC3E}">
        <p14:creationId xmlns:p14="http://schemas.microsoft.com/office/powerpoint/2010/main" val="925865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E1B-D47C-ABE1-1465-01FEBCAF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 Specific Version of a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67A5-2654-DE38-F8BA-3B1017235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a specific version of a package using `pip` (e.g., install version 2.26.0 of `requests`)</a:t>
            </a:r>
          </a:p>
          <a:p>
            <a:r>
              <a:rPr lang="en-US" b="1" dirty="0"/>
              <a:t>pip install requests==2.26.0</a:t>
            </a:r>
          </a:p>
        </p:txBody>
      </p:sp>
    </p:spTree>
    <p:extLst>
      <p:ext uri="{BB962C8B-B14F-4D97-AF65-F5344CB8AC3E}">
        <p14:creationId xmlns:p14="http://schemas.microsoft.com/office/powerpoint/2010/main" val="3383157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5D92-AD0A-17A3-8CA2-289025EA1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`schedule` Library to Schedule a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C5B64-3442-FA5F-4A85-FFFC310EF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and use the `schedule` library to schedule a task that prints a message every minute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3D973-B159-76C3-7FB9-D549EAEA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7" y="3035710"/>
            <a:ext cx="3886752" cy="243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2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5624-699A-FF49-EBB2-061C37C7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21E9-5B32-F153-C99C-3DCC1A77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`</a:t>
            </a:r>
            <a:r>
              <a:rPr lang="en-US" dirty="0" err="1"/>
              <a:t>numpy</a:t>
            </a:r>
            <a:r>
              <a:rPr lang="en-US" dirty="0"/>
              <a:t>` for Mathematical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2C11A-A135-B5AB-9019-2EC097417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`</a:t>
            </a:r>
            <a:r>
              <a:rPr lang="en-US" dirty="0" err="1"/>
              <a:t>numpy</a:t>
            </a:r>
            <a:r>
              <a:rPr lang="en-US" dirty="0"/>
              <a:t>` and use it to create and manipulate arrays.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AE9AF-B17B-33DD-3ABF-12138E36C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6" y="2861466"/>
            <a:ext cx="5074172" cy="178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04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3785-5F43-DE12-0E0F-BCB00E40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an API Request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70ACE-7CBC-7ACE-971D-684A07B34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 HTTP GET request to the chosen API using `requests` and print the response status code from </a:t>
            </a:r>
            <a:r>
              <a:rPr lang="en-US" b="1" dirty="0"/>
              <a:t>“https://catfact.ninja/fact”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838C4-27F9-CD0D-0D49-0C47AA371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69" y="3629766"/>
            <a:ext cx="5846863" cy="85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66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1B04-0DE5-0A97-B58B-F6C47B2A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9E76-C3CE-DA35-F1D1-22C6E093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8E2F8-FAA1-6FB6-874D-9A95C95D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Convert the API response content to JSON and print the data. 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82781-324B-4DF7-33C7-D052FB887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67" y="2836400"/>
            <a:ext cx="4389974" cy="11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1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3A0E-765E-AF67-8CBA-2232DEED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419F-A9E1-B4C9-7455-16EB2B85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Data from the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501C-D812-3DB5-1AD2-B2A369494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specific information from the JSON response. For example, extract a Fact from a cat fact API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42C1C-BD8B-5ABF-BAFB-F13FB0149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71" y="3397044"/>
            <a:ext cx="6173932" cy="85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60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3106-336E-B684-3861-C7E26B4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52F6-D5FA-7C25-2D5B-0F476DB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API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33D9-FE71-CE0F-FDB4-CFBBCE4A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Handle errors that may occur during the API request using `try-except`. 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415AC-DD49-4E87-96F7-5BE53E96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004" y="3645356"/>
            <a:ext cx="5220429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90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92C9-9C8D-BC5A-E1A5-8313D60E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Emails with `</a:t>
            </a:r>
            <a:r>
              <a:rPr lang="en-US" dirty="0" err="1"/>
              <a:t>smtplib</a:t>
            </a:r>
            <a:r>
              <a:rPr lang="en-US" dirty="0"/>
              <a:t>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9D096-EC87-BC5A-3733-B8A6F4677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</a:t>
            </a:r>
            <a:r>
              <a:rPr lang="en-US" dirty="0" err="1"/>
              <a:t>smtplib</a:t>
            </a:r>
            <a:r>
              <a:rPr lang="en-US" dirty="0"/>
              <a:t>` library to send an email </a:t>
            </a:r>
            <a:r>
              <a:rPr lang="en-US" dirty="0" err="1"/>
              <a:t>programmatically.x</a:t>
            </a:r>
            <a:r>
              <a:rPr lang="en-US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10CD2-F61F-0943-135B-B2A4AF6B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18" y="2622146"/>
            <a:ext cx="4677428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1AF81-67F0-CABC-2F61-C35CFB59B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04" y="2698018"/>
            <a:ext cx="4677428" cy="851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E3FD18-7958-E5A9-6B7A-9FD51CD37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37" y="3549148"/>
            <a:ext cx="4692395" cy="1619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DBD34E-C2CB-8AF5-DB41-A6182B7CF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37" y="5168624"/>
            <a:ext cx="469239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50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5D59-DB38-B6AB-1442-9A150E8B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 `matplotlib` for Plotting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F7EE-3F15-66BF-A17B-CCEEB7FA2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`matplotlib` and use it to create a simple line plot.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1F881-C317-4880-725B-9BB015B90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98787"/>
            <a:ext cx="5468113" cy="257210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578336-989B-512B-78FA-4104F3AC5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931" y="2628255"/>
            <a:ext cx="5179603" cy="35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855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E3C9-DFD3-7173-7574-7B9EFC2B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9C6E-462D-0FB8-F513-61C1DE0F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a Simple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3D68-3312-42D5-65E4-F594B31CF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script to schedule a task that prints 'Hello World' every minute.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DE3F0-BA9B-E082-4D71-50AA1B7F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75" y="2755469"/>
            <a:ext cx="4089634" cy="1159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F43B9D-FB11-8996-ED2F-1DF00469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75" y="3915061"/>
            <a:ext cx="4089633" cy="13428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B376C7-D05A-5146-180F-0953757DE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74" y="5257900"/>
            <a:ext cx="4089633" cy="847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440370-E7CA-3D76-B4DA-0E9CDED7C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99" y="3157531"/>
            <a:ext cx="567769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4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5ECD-9BE6-9048-5045-D36CEFA3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A55C-13A9-D945-FE61-4E06816B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Dates and Time using `datetime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1220-0776-BA22-D429-ECCCA983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`datetime` library to print the current date and time.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D7F7B-73B1-C069-56B0-A9A9F2F69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41" y="2797195"/>
            <a:ext cx="6713672" cy="191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04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F652-332C-B712-23A5-0D06F551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5B8D-37DF-B9BA-96A2-E79ACBAF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Dates and Time using `datetime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12CF-D92B-51EC-497F-9C0080F70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`schedule` to schedule a task at a specific time (e.g., every day at 8:00 AM)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2F304-26AE-B61B-74BF-F1FC938E4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34" y="2890762"/>
            <a:ext cx="5946874" cy="139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78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42F3-A435-D6D7-A020-42D99A51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7C34-33E0-F8A6-58D5-BA7EDD2C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Deadline to a Task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AEC37-E46E-5000-39FA-E7DC97EE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`datetime` to add a deadline to a task and print how many days remain until the deadline.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93E1D-BFFB-3976-352F-3EB6374FF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49" y="3060664"/>
            <a:ext cx="6120975" cy="190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1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4216</TotalTime>
  <Words>637</Words>
  <Application>Microsoft Office PowerPoint</Application>
  <PresentationFormat>Widescreen</PresentationFormat>
  <Paragraphs>68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 Application Programming Interface (APIs)</vt:lpstr>
      <vt:lpstr>What is an API</vt:lpstr>
      <vt:lpstr>Example:</vt:lpstr>
      <vt:lpstr>Why Do We Need APIs? </vt:lpstr>
      <vt:lpstr>Python Requests</vt:lpstr>
      <vt:lpstr>How to Install Request Library</vt:lpstr>
      <vt:lpstr>Making a Simple HTTP GET Request</vt:lpstr>
      <vt:lpstr>Making a Simple HTTP GET Request</vt:lpstr>
      <vt:lpstr>Making a Simple HTTP GET Request</vt:lpstr>
      <vt:lpstr>Accessing the Response Content</vt:lpstr>
      <vt:lpstr>Accessing JSON Data</vt:lpstr>
      <vt:lpstr>Fetching Specific Data from JSON</vt:lpstr>
      <vt:lpstr>Using API Parameters</vt:lpstr>
      <vt:lpstr>Listing Installed Packages </vt:lpstr>
      <vt:lpstr>Installing a Specific Version of a Package</vt:lpstr>
      <vt:lpstr>Using `schedule` Library to Schedule a Task</vt:lpstr>
      <vt:lpstr>Installing `numpy` for Mathematical Operations </vt:lpstr>
      <vt:lpstr>Making an API Request </vt:lpstr>
      <vt:lpstr>Parsing API Response</vt:lpstr>
      <vt:lpstr>Extracting Data from the API</vt:lpstr>
      <vt:lpstr>Handling API Errors</vt:lpstr>
      <vt:lpstr>Sending Emails with `smtplib`</vt:lpstr>
      <vt:lpstr>sing `matplotlib` for Plotting</vt:lpstr>
      <vt:lpstr>Scheduling a Simple Task</vt:lpstr>
      <vt:lpstr>Working with Dates and Time using `datetime</vt:lpstr>
      <vt:lpstr>Working with Dates and Time using `datetime</vt:lpstr>
      <vt:lpstr>Adding a Deadline to a Task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Barkha Teekam</dc:creator>
  <cp:lastModifiedBy>Barkha Teekam</cp:lastModifiedBy>
  <cp:revision>9</cp:revision>
  <dcterms:created xsi:type="dcterms:W3CDTF">2026-02-18T17:00:56Z</dcterms:created>
  <dcterms:modified xsi:type="dcterms:W3CDTF">2026-06-04T07:29:08Z</dcterms:modified>
</cp:coreProperties>
</file>