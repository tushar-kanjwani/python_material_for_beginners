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09" r:id="rId2"/>
    <p:sldId id="310" r:id="rId3"/>
    <p:sldId id="341" r:id="rId4"/>
    <p:sldId id="355" r:id="rId5"/>
    <p:sldId id="366" r:id="rId6"/>
    <p:sldId id="367" r:id="rId7"/>
    <p:sldId id="356" r:id="rId8"/>
    <p:sldId id="350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8" r:id="rId17"/>
    <p:sldId id="364" r:id="rId18"/>
    <p:sldId id="369" r:id="rId19"/>
    <p:sldId id="365" r:id="rId20"/>
    <p:sldId id="370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49CF7-A479-40B0-A197-B2A0A0ED74C3}" type="datetimeFigureOut">
              <a:rPr lang="en-US" smtClean="0"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3FEDE-E4A9-4176-8111-884B08630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6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13FEDE-E4A9-4176-8111-884B08630F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9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88973" y="1955114"/>
            <a:ext cx="8879840" cy="2282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76019" y="1690903"/>
            <a:ext cx="2858135" cy="412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7055"/>
                </a:lnTo>
                <a:lnTo>
                  <a:pt x="12192000" y="670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37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562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2997E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24000" y="1066800"/>
            <a:ext cx="7383679" cy="431079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tabLst>
                <a:tab pos="283210" algn="l"/>
              </a:tabLst>
            </a:pPr>
            <a:r>
              <a:rPr lang="en-US" sz="4000" dirty="0" smtClean="0">
                <a:latin typeface="Calibri"/>
                <a:cs typeface="Calibri"/>
              </a:rPr>
              <a:t>Week-04</a:t>
            </a:r>
          </a:p>
          <a:p>
            <a:pPr marL="10160" algn="ctr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tabLst>
                <a:tab pos="283210" algn="l"/>
              </a:tabLst>
            </a:pPr>
            <a:r>
              <a:rPr lang="en-US" sz="4000" dirty="0" smtClean="0">
                <a:latin typeface="Calibri"/>
                <a:cs typeface="Calibri"/>
              </a:rPr>
              <a:t>File Handling and basic projects structuring </a:t>
            </a:r>
          </a:p>
          <a:p>
            <a:pPr marL="10160" algn="ctr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tabLst>
                <a:tab pos="283210" algn="l"/>
              </a:tabLst>
            </a:pPr>
            <a:r>
              <a:rPr lang="en-US" sz="4000" dirty="0" smtClean="0">
                <a:latin typeface="Calibri"/>
                <a:cs typeface="Calibri"/>
              </a:rPr>
              <a:t>Day-01</a:t>
            </a:r>
          </a:p>
          <a:p>
            <a:pPr marL="10160" algn="ctr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tabLst>
                <a:tab pos="283210" algn="l"/>
              </a:tabLst>
            </a:pPr>
            <a:r>
              <a:rPr lang="en-US" sz="4000" dirty="0" smtClean="0">
                <a:latin typeface="Calibri"/>
                <a:cs typeface="Calibri"/>
              </a:rPr>
              <a:t>Day-01: Introduction to File Handling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4"/>
          </p:nvPr>
        </p:nvSpPr>
        <p:spPr>
          <a:xfrm>
            <a:off x="1219200" y="5410200"/>
            <a:ext cx="8534400" cy="492443"/>
          </a:xfrm>
        </p:spPr>
        <p:txBody>
          <a:bodyPr/>
          <a:lstStyle/>
          <a:p>
            <a:pPr algn="ctr"/>
            <a:r>
              <a:rPr lang="en-US" sz="3200" u="none" dirty="0" smtClean="0">
                <a:solidFill>
                  <a:schemeClr val="tx1"/>
                </a:solidFill>
              </a:rPr>
              <a:t>By: Engr. Asif Ali</a:t>
            </a:r>
            <a:endParaRPr lang="en-US" sz="32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11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0040" y="245744"/>
            <a:ext cx="2948560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900" spc="-50" dirty="0" smtClean="0"/>
              <a:t>Learning outcomes</a:t>
            </a:r>
            <a:endParaRPr sz="49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1752600"/>
            <a:ext cx="11582400" cy="1048364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lang="en-US" sz="2400" dirty="0" smtClean="0"/>
              <a:t>Introduction to File handling</a:t>
            </a:r>
            <a:endParaRPr lang="en-US" sz="2400" dirty="0"/>
          </a:p>
          <a:p>
            <a:pPr marL="283210" indent="-273050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SzPct val="95833"/>
              <a:buFont typeface="Wingdings"/>
              <a:buChar char=""/>
              <a:tabLst>
                <a:tab pos="283210" algn="l"/>
              </a:tabLst>
            </a:pPr>
            <a:r>
              <a:rPr lang="en-US" sz="2400" dirty="0" smtClean="0"/>
              <a:t>Understanding file’s modes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698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477328"/>
          </a:xfrm>
        </p:spPr>
        <p:txBody>
          <a:bodyPr/>
          <a:lstStyle/>
          <a:p>
            <a:pPr algn="ctr"/>
            <a:r>
              <a:rPr lang="en-US" dirty="0" smtClean="0"/>
              <a:t>1. Basic program of file handling</a:t>
            </a:r>
            <a:br>
              <a:rPr lang="en-US" dirty="0" smtClean="0"/>
            </a:br>
            <a:r>
              <a:rPr lang="en-US" dirty="0" smtClean="0"/>
              <a:t>Writing mode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939540"/>
          </a:xfrm>
        </p:spPr>
        <p:txBody>
          <a:bodyPr/>
          <a:lstStyle/>
          <a:p>
            <a:r>
              <a:rPr lang="en-US" sz="3200" u="none" dirty="0" smtClean="0">
                <a:solidFill>
                  <a:schemeClr val="tx1"/>
                </a:solidFill>
              </a:rPr>
              <a:t>In this program simply we will create text file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Example: 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file </a:t>
            </a:r>
            <a:r>
              <a:rPr lang="en-US" sz="3200" u="none" dirty="0">
                <a:solidFill>
                  <a:schemeClr val="tx1"/>
                </a:solidFill>
              </a:rPr>
              <a:t>= open('</a:t>
            </a:r>
            <a:r>
              <a:rPr lang="en-US" sz="3200" u="none" dirty="0" err="1">
                <a:solidFill>
                  <a:schemeClr val="tx1"/>
                </a:solidFill>
              </a:rPr>
              <a:t>file.txt','w</a:t>
            </a:r>
            <a:r>
              <a:rPr lang="en-US" sz="3200" u="none" dirty="0">
                <a:solidFill>
                  <a:schemeClr val="tx1"/>
                </a:solidFill>
              </a:rPr>
              <a:t>')</a:t>
            </a:r>
          </a:p>
          <a:p>
            <a:r>
              <a:rPr lang="en-US" sz="3200" u="none" dirty="0" err="1">
                <a:solidFill>
                  <a:schemeClr val="tx1"/>
                </a:solidFill>
              </a:rPr>
              <a:t>file.write</a:t>
            </a:r>
            <a:r>
              <a:rPr lang="en-US" sz="3200" u="none" dirty="0">
                <a:solidFill>
                  <a:schemeClr val="tx1"/>
                </a:solidFill>
              </a:rPr>
              <a:t>('Hello world, we are python course students')</a:t>
            </a:r>
          </a:p>
          <a:p>
            <a:r>
              <a:rPr lang="en-US" sz="3200" u="none" dirty="0" err="1">
                <a:solidFill>
                  <a:schemeClr val="tx1"/>
                </a:solidFill>
              </a:rPr>
              <a:t>file.close</a:t>
            </a:r>
            <a:r>
              <a:rPr lang="en-US" sz="32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Sample Output: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It will create a text file that file will contain this text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Hello world, we are python course students</a:t>
            </a:r>
            <a:endParaRPr lang="en-US" sz="32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36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477328"/>
          </a:xfrm>
        </p:spPr>
        <p:txBody>
          <a:bodyPr/>
          <a:lstStyle/>
          <a:p>
            <a:pPr algn="ctr"/>
            <a:r>
              <a:rPr lang="en-US" dirty="0" smtClean="0"/>
              <a:t>2. Basic program of file handling</a:t>
            </a:r>
            <a:br>
              <a:rPr lang="en-US" dirty="0" smtClean="0"/>
            </a:br>
            <a:r>
              <a:rPr lang="en-US" dirty="0" smtClean="0"/>
              <a:t>Reading mode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939540"/>
          </a:xfrm>
        </p:spPr>
        <p:txBody>
          <a:bodyPr/>
          <a:lstStyle/>
          <a:p>
            <a:r>
              <a:rPr lang="en-US" sz="3200" u="none" dirty="0" smtClean="0">
                <a:solidFill>
                  <a:schemeClr val="tx1"/>
                </a:solidFill>
              </a:rPr>
              <a:t>In this program simply we will read text file and display it.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Example: 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file </a:t>
            </a:r>
            <a:r>
              <a:rPr lang="en-US" sz="3200" u="none" dirty="0">
                <a:solidFill>
                  <a:schemeClr val="tx1"/>
                </a:solidFill>
              </a:rPr>
              <a:t>= open('</a:t>
            </a:r>
            <a:r>
              <a:rPr lang="en-US" sz="3200" u="none" dirty="0" err="1">
                <a:solidFill>
                  <a:schemeClr val="tx1"/>
                </a:solidFill>
              </a:rPr>
              <a:t>file.txt','r</a:t>
            </a:r>
            <a:r>
              <a:rPr lang="en-US" sz="3200" u="none" dirty="0">
                <a:solidFill>
                  <a:schemeClr val="tx1"/>
                </a:solidFill>
              </a:rPr>
              <a:t>')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contents </a:t>
            </a:r>
            <a:r>
              <a:rPr lang="en-US" sz="3200" u="none" dirty="0">
                <a:solidFill>
                  <a:schemeClr val="tx1"/>
                </a:solidFill>
              </a:rPr>
              <a:t>= </a:t>
            </a:r>
            <a:r>
              <a:rPr lang="en-US" sz="3200" u="none" dirty="0" err="1">
                <a:solidFill>
                  <a:schemeClr val="tx1"/>
                </a:solidFill>
              </a:rPr>
              <a:t>file.read</a:t>
            </a:r>
            <a:r>
              <a:rPr lang="en-US" sz="32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print(contents</a:t>
            </a:r>
            <a:r>
              <a:rPr lang="en-US" sz="3200" u="none" dirty="0">
                <a:solidFill>
                  <a:schemeClr val="tx1"/>
                </a:solidFill>
              </a:rPr>
              <a:t>)</a:t>
            </a:r>
          </a:p>
          <a:p>
            <a:r>
              <a:rPr lang="en-US" sz="3200" u="none" dirty="0" err="1" smtClean="0">
                <a:solidFill>
                  <a:schemeClr val="tx1"/>
                </a:solidFill>
              </a:rPr>
              <a:t>file.close</a:t>
            </a:r>
            <a:r>
              <a:rPr lang="en-US" sz="32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Sample Output: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Hello world, we are python course students</a:t>
            </a:r>
            <a:endParaRPr lang="en-US" sz="32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39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354217"/>
          </a:xfrm>
        </p:spPr>
        <p:txBody>
          <a:bodyPr/>
          <a:lstStyle/>
          <a:p>
            <a:r>
              <a:rPr lang="en-US" sz="4400" u="none" dirty="0" smtClean="0">
                <a:solidFill>
                  <a:schemeClr val="tx1"/>
                </a:solidFill>
              </a:rPr>
              <a:t>Write a python program  that can write multiple lines in a file.</a:t>
            </a:r>
            <a:endParaRPr lang="en-US" sz="4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92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477328"/>
          </a:xfrm>
        </p:spPr>
        <p:txBody>
          <a:bodyPr/>
          <a:lstStyle/>
          <a:p>
            <a:pPr algn="ctr"/>
            <a:r>
              <a:rPr lang="en-US" dirty="0" smtClean="0"/>
              <a:t>Activity-01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354217"/>
          </a:xfrm>
        </p:spPr>
        <p:txBody>
          <a:bodyPr/>
          <a:lstStyle/>
          <a:p>
            <a:r>
              <a:rPr lang="en-US" sz="4400" u="none" dirty="0" smtClean="0">
                <a:solidFill>
                  <a:schemeClr val="tx1"/>
                </a:solidFill>
              </a:rPr>
              <a:t>Write a python program  that can write multiple lines in a file.</a:t>
            </a:r>
            <a:endParaRPr lang="en-US" sz="4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3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477328"/>
          </a:xfrm>
        </p:spPr>
        <p:txBody>
          <a:bodyPr/>
          <a:lstStyle/>
          <a:p>
            <a:pPr algn="ctr"/>
            <a:r>
              <a:rPr lang="en-US" dirty="0" smtClean="0"/>
              <a:t>3. Basic program of file handling</a:t>
            </a:r>
            <a:br>
              <a:rPr lang="en-US" dirty="0" smtClean="0"/>
            </a:br>
            <a:r>
              <a:rPr lang="en-US" dirty="0" smtClean="0"/>
              <a:t>Writing multiple lines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939540"/>
          </a:xfrm>
        </p:spPr>
        <p:txBody>
          <a:bodyPr/>
          <a:lstStyle/>
          <a:p>
            <a:r>
              <a:rPr lang="en-US" sz="3200" u="none" dirty="0" smtClean="0">
                <a:solidFill>
                  <a:schemeClr val="tx1"/>
                </a:solidFill>
              </a:rPr>
              <a:t>In this program simply we will multiple lines</a:t>
            </a:r>
          </a:p>
          <a:p>
            <a:r>
              <a:rPr lang="en-US" sz="3200" u="none" dirty="0" smtClean="0">
                <a:solidFill>
                  <a:schemeClr val="tx1"/>
                </a:solidFill>
              </a:rPr>
              <a:t>Example</a:t>
            </a:r>
            <a:r>
              <a:rPr lang="en-US" sz="3200" u="none" dirty="0">
                <a:solidFill>
                  <a:schemeClr val="tx1"/>
                </a:solidFill>
              </a:rPr>
              <a:t>: </a:t>
            </a:r>
            <a:endParaRPr lang="en-US" sz="3200" u="none" dirty="0" smtClean="0">
              <a:solidFill>
                <a:schemeClr val="tx1"/>
              </a:solidFill>
            </a:endParaRPr>
          </a:p>
          <a:p>
            <a:r>
              <a:rPr lang="en-US" sz="3200" u="none" dirty="0" smtClean="0">
                <a:solidFill>
                  <a:schemeClr val="tx1"/>
                </a:solidFill>
              </a:rPr>
              <a:t>lines </a:t>
            </a:r>
            <a:r>
              <a:rPr lang="en-US" sz="3200" u="none" dirty="0">
                <a:solidFill>
                  <a:schemeClr val="tx1"/>
                </a:solidFill>
              </a:rPr>
              <a:t>= ['Hello world we are python course students\n', 'Now our foundation is clear\n',</a:t>
            </a:r>
          </a:p>
          <a:p>
            <a:r>
              <a:rPr lang="en-US" sz="3200" u="none" dirty="0">
                <a:solidFill>
                  <a:schemeClr val="tx1"/>
                </a:solidFill>
              </a:rPr>
              <a:t>         'We want to be good </a:t>
            </a:r>
            <a:r>
              <a:rPr lang="en-US" sz="3200" u="none" dirty="0" err="1">
                <a:solidFill>
                  <a:schemeClr val="tx1"/>
                </a:solidFill>
              </a:rPr>
              <a:t>programm</a:t>
            </a:r>
            <a:r>
              <a:rPr lang="en-US" sz="3200" u="none" dirty="0">
                <a:solidFill>
                  <a:schemeClr val="tx1"/>
                </a:solidFill>
              </a:rPr>
              <a:t>']</a:t>
            </a:r>
          </a:p>
          <a:p>
            <a:r>
              <a:rPr lang="en-US" sz="3200" u="none" dirty="0">
                <a:solidFill>
                  <a:schemeClr val="tx1"/>
                </a:solidFill>
              </a:rPr>
              <a:t>file = open('</a:t>
            </a:r>
            <a:r>
              <a:rPr lang="en-US" sz="3200" u="none" dirty="0" err="1">
                <a:solidFill>
                  <a:schemeClr val="tx1"/>
                </a:solidFill>
              </a:rPr>
              <a:t>example.txt','w</a:t>
            </a:r>
            <a:r>
              <a:rPr lang="en-US" sz="3200" u="none" dirty="0">
                <a:solidFill>
                  <a:schemeClr val="tx1"/>
                </a:solidFill>
              </a:rPr>
              <a:t>')</a:t>
            </a:r>
          </a:p>
          <a:p>
            <a:r>
              <a:rPr lang="en-US" sz="3200" u="none" dirty="0" err="1">
                <a:solidFill>
                  <a:schemeClr val="tx1"/>
                </a:solidFill>
              </a:rPr>
              <a:t>file.writelines</a:t>
            </a:r>
            <a:r>
              <a:rPr lang="en-US" sz="3200" u="none" dirty="0">
                <a:solidFill>
                  <a:schemeClr val="tx1"/>
                </a:solidFill>
              </a:rPr>
              <a:t>(lines)</a:t>
            </a:r>
          </a:p>
          <a:p>
            <a:r>
              <a:rPr lang="en-US" sz="3200" u="none" dirty="0" err="1">
                <a:solidFill>
                  <a:schemeClr val="tx1"/>
                </a:solidFill>
              </a:rPr>
              <a:t>file.close</a:t>
            </a:r>
            <a:r>
              <a:rPr lang="en-US" sz="3200" u="none" dirty="0">
                <a:solidFill>
                  <a:schemeClr val="tx1"/>
                </a:solidFill>
              </a:rPr>
              <a:t>()</a:t>
            </a:r>
            <a:endParaRPr lang="en-US" sz="3200" u="none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8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4. Reading multiple lines from file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877985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file = open('</a:t>
            </a:r>
            <a:r>
              <a:rPr lang="en-US" sz="2800" u="none" dirty="0" err="1">
                <a:solidFill>
                  <a:schemeClr val="tx1"/>
                </a:solidFill>
              </a:rPr>
              <a:t>example.txt','r</a:t>
            </a:r>
            <a:r>
              <a:rPr lang="en-US" sz="2800" u="none" dirty="0">
                <a:solidFill>
                  <a:schemeClr val="tx1"/>
                </a:solidFill>
              </a:rPr>
              <a:t>')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#contents = 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for line in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</a:t>
            </a:r>
            <a:r>
              <a:rPr lang="en-US" sz="2800" u="none" dirty="0" err="1">
                <a:solidFill>
                  <a:schemeClr val="tx1"/>
                </a:solidFill>
              </a:rPr>
              <a:t>line.strip</a:t>
            </a:r>
            <a:r>
              <a:rPr lang="en-US" sz="2800" u="none" dirty="0">
                <a:solidFill>
                  <a:schemeClr val="tx1"/>
                </a:solidFill>
              </a:rPr>
              <a:t>())</a:t>
            </a:r>
          </a:p>
          <a:p>
            <a:r>
              <a:rPr lang="en-US" sz="2800" u="none" dirty="0" err="1">
                <a:solidFill>
                  <a:schemeClr val="tx1"/>
                </a:solidFill>
              </a:rPr>
              <a:t>file.close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Sample Output</a:t>
            </a:r>
            <a:r>
              <a:rPr lang="en-US" sz="2800" u="none" dirty="0" smtClean="0">
                <a:solidFill>
                  <a:schemeClr val="tx1"/>
                </a:solidFill>
              </a:rPr>
              <a:t>:</a:t>
            </a:r>
          </a:p>
          <a:p>
            <a:r>
              <a:rPr lang="en-US" sz="2800" u="none" dirty="0" smtClean="0">
                <a:solidFill>
                  <a:schemeClr val="tx1"/>
                </a:solidFill>
              </a:rPr>
              <a:t>Hello </a:t>
            </a:r>
            <a:r>
              <a:rPr lang="en-US" sz="2800" u="none" dirty="0">
                <a:solidFill>
                  <a:schemeClr val="tx1"/>
                </a:solidFill>
              </a:rPr>
              <a:t>world we are python course students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Now our foundation is clear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We want to be good </a:t>
            </a:r>
            <a:r>
              <a:rPr lang="en-US" sz="2800" u="none" dirty="0" smtClean="0">
                <a:solidFill>
                  <a:schemeClr val="tx1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136675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5. File mode: Append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292662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file = open('</a:t>
            </a:r>
            <a:r>
              <a:rPr lang="en-US" sz="2800" u="none" dirty="0" err="1">
                <a:solidFill>
                  <a:schemeClr val="tx1"/>
                </a:solidFill>
              </a:rPr>
              <a:t>example.txt','a</a:t>
            </a:r>
            <a:r>
              <a:rPr lang="en-US" sz="2800" u="none" dirty="0">
                <a:solidFill>
                  <a:schemeClr val="tx1"/>
                </a:solidFill>
              </a:rPr>
              <a:t>')</a:t>
            </a:r>
          </a:p>
          <a:p>
            <a:r>
              <a:rPr lang="en-US" sz="2800" u="none" dirty="0" err="1">
                <a:solidFill>
                  <a:schemeClr val="tx1"/>
                </a:solidFill>
              </a:rPr>
              <a:t>file.write</a:t>
            </a:r>
            <a:r>
              <a:rPr lang="en-US" sz="2800" u="none" dirty="0">
                <a:solidFill>
                  <a:schemeClr val="tx1"/>
                </a:solidFill>
              </a:rPr>
              <a:t>('In this week we are learning file handling\n')</a:t>
            </a:r>
          </a:p>
          <a:p>
            <a:r>
              <a:rPr lang="en-US" sz="2800" u="none" dirty="0" err="1">
                <a:solidFill>
                  <a:schemeClr val="tx1"/>
                </a:solidFill>
              </a:rPr>
              <a:t>file.close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  <a:endParaRPr lang="en-US" sz="2800" u="none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491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477328"/>
          </a:xfrm>
        </p:spPr>
        <p:txBody>
          <a:bodyPr/>
          <a:lstStyle/>
          <a:p>
            <a:pPr algn="ctr"/>
            <a:r>
              <a:rPr lang="en-US" dirty="0" smtClean="0"/>
              <a:t>6. Reading multiple lines from file using ‘with keyword’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292662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example.txt','r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content = 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print(content</a:t>
            </a:r>
            <a:r>
              <a:rPr lang="en-US" sz="2800" u="none" dirty="0" smtClean="0">
                <a:solidFill>
                  <a:schemeClr val="tx1"/>
                </a:solidFill>
              </a:rPr>
              <a:t>)</a:t>
            </a:r>
            <a:endParaRPr lang="en-US" sz="28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490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107996"/>
          </a:xfrm>
        </p:spPr>
        <p:txBody>
          <a:bodyPr/>
          <a:lstStyle/>
          <a:p>
            <a:pPr algn="ctr"/>
            <a:r>
              <a:rPr lang="en-US" sz="3600" dirty="0" smtClean="0"/>
              <a:t>7. Writing numbers from 1 to 5 on new line using ‘with’ keyword using in file handling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292662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numbers.txt','w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for a in range(1,6):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    </a:t>
            </a:r>
            <a:r>
              <a:rPr lang="en-US" sz="2800" u="none" dirty="0" err="1">
                <a:solidFill>
                  <a:schemeClr val="tx1"/>
                </a:solidFill>
              </a:rPr>
              <a:t>file.write</a:t>
            </a:r>
            <a:r>
              <a:rPr lang="en-US" sz="2800" u="none" dirty="0">
                <a:solidFill>
                  <a:schemeClr val="tx1"/>
                </a:solidFill>
              </a:rPr>
              <a:t>(f'{a}\n</a:t>
            </a:r>
            <a:r>
              <a:rPr lang="en-US" sz="2800" u="none" dirty="0" smtClean="0">
                <a:solidFill>
                  <a:schemeClr val="tx1"/>
                </a:solidFill>
              </a:rPr>
              <a:t>')</a:t>
            </a:r>
            <a:endParaRPr lang="en-US" sz="28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729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1107996"/>
          </a:xfrm>
        </p:spPr>
        <p:txBody>
          <a:bodyPr/>
          <a:lstStyle/>
          <a:p>
            <a:pPr algn="ctr"/>
            <a:r>
              <a:rPr lang="en-US" sz="3600" dirty="0" smtClean="0"/>
              <a:t>8. Reading numbers from 1 to 5 on new line using ‘with’ keyword using in file handling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292662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numbers.txt</a:t>
            </a:r>
            <a:r>
              <a:rPr lang="en-US" sz="2800" u="none" dirty="0" err="1" smtClean="0">
                <a:solidFill>
                  <a:schemeClr val="tx1"/>
                </a:solidFill>
              </a:rPr>
              <a:t>',‘r</a:t>
            </a:r>
            <a:r>
              <a:rPr lang="en-US" sz="2800" u="none" dirty="0" smtClean="0">
                <a:solidFill>
                  <a:schemeClr val="tx1"/>
                </a:solidFill>
              </a:rPr>
              <a:t>') </a:t>
            </a:r>
            <a:r>
              <a:rPr lang="en-US" sz="2800" u="none" dirty="0">
                <a:solidFill>
                  <a:schemeClr val="tx1"/>
                </a:solidFill>
              </a:rPr>
              <a:t>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for </a:t>
            </a:r>
            <a:r>
              <a:rPr lang="en-US" sz="2800" u="none" dirty="0" smtClean="0">
                <a:solidFill>
                  <a:schemeClr val="tx1"/>
                </a:solidFill>
              </a:rPr>
              <a:t>line </a:t>
            </a:r>
            <a:r>
              <a:rPr lang="en-US" sz="2800" u="none" dirty="0">
                <a:solidFill>
                  <a:schemeClr val="tx1"/>
                </a:solidFill>
              </a:rPr>
              <a:t>in </a:t>
            </a:r>
            <a:r>
              <a:rPr lang="en-US" sz="2800" u="none" dirty="0" smtClean="0">
                <a:solidFill>
                  <a:schemeClr val="tx1"/>
                </a:solidFill>
              </a:rPr>
              <a:t>file:</a:t>
            </a:r>
            <a:endParaRPr lang="en-US" sz="2800" u="none" dirty="0">
              <a:solidFill>
                <a:schemeClr val="tx1"/>
              </a:solidFill>
            </a:endParaRPr>
          </a:p>
          <a:p>
            <a:r>
              <a:rPr lang="en-US" sz="2800" u="none" dirty="0">
                <a:solidFill>
                  <a:schemeClr val="tx1"/>
                </a:solidFill>
              </a:rPr>
              <a:t>        </a:t>
            </a:r>
            <a:r>
              <a:rPr lang="en-US" sz="2800" u="none" dirty="0" err="1" smtClean="0">
                <a:solidFill>
                  <a:schemeClr val="tx1"/>
                </a:solidFill>
              </a:rPr>
              <a:t>file.write</a:t>
            </a:r>
            <a:r>
              <a:rPr lang="en-US" sz="2800" u="none" dirty="0" smtClean="0">
                <a:solidFill>
                  <a:schemeClr val="tx1"/>
                </a:solidFill>
              </a:rPr>
              <a:t>(</a:t>
            </a:r>
            <a:r>
              <a:rPr lang="en-US" sz="2800" u="none" dirty="0" err="1" smtClean="0">
                <a:solidFill>
                  <a:schemeClr val="tx1"/>
                </a:solidFill>
              </a:rPr>
              <a:t>line.strip</a:t>
            </a:r>
            <a:r>
              <a:rPr lang="en-US" sz="2800" u="none" dirty="0" smtClean="0">
                <a:solidFill>
                  <a:schemeClr val="tx1"/>
                </a:solidFill>
              </a:rPr>
              <a:t>())</a:t>
            </a:r>
            <a:endParaRPr lang="en-US" sz="28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8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553998"/>
          </a:xfrm>
        </p:spPr>
        <p:txBody>
          <a:bodyPr/>
          <a:lstStyle/>
          <a:p>
            <a:pPr algn="ctr"/>
            <a:r>
              <a:rPr lang="en-US" sz="3600" dirty="0" smtClean="0"/>
              <a:t>9. Checking if a file exist or not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2585323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import </a:t>
            </a:r>
            <a:r>
              <a:rPr lang="en-US" sz="2800" u="none" dirty="0" err="1">
                <a:solidFill>
                  <a:schemeClr val="tx1"/>
                </a:solidFill>
              </a:rPr>
              <a:t>os</a:t>
            </a:r>
            <a:endParaRPr lang="en-US" sz="2800" u="none" dirty="0">
              <a:solidFill>
                <a:schemeClr val="tx1"/>
              </a:solidFill>
            </a:endParaRPr>
          </a:p>
          <a:p>
            <a:r>
              <a:rPr lang="en-US" sz="2800" u="none" dirty="0">
                <a:solidFill>
                  <a:schemeClr val="tx1"/>
                </a:solidFill>
              </a:rPr>
              <a:t>if </a:t>
            </a:r>
            <a:r>
              <a:rPr lang="en-US" sz="2800" u="none" dirty="0" err="1">
                <a:solidFill>
                  <a:schemeClr val="tx1"/>
                </a:solidFill>
              </a:rPr>
              <a:t>os.path.exists</a:t>
            </a:r>
            <a:r>
              <a:rPr lang="en-US" sz="2800" u="none" dirty="0">
                <a:solidFill>
                  <a:schemeClr val="tx1"/>
                </a:solidFill>
              </a:rPr>
              <a:t>('example.txt'):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with open('</a:t>
            </a:r>
            <a:r>
              <a:rPr lang="en-US" sz="2800" u="none" dirty="0" err="1">
                <a:solidFill>
                  <a:schemeClr val="tx1"/>
                </a:solidFill>
              </a:rPr>
              <a:t>example.txt','r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    print(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else: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print('file does not exist')</a:t>
            </a:r>
          </a:p>
        </p:txBody>
      </p:sp>
    </p:spTree>
    <p:extLst>
      <p:ext uri="{BB962C8B-B14F-4D97-AF65-F5344CB8AC3E}">
        <p14:creationId xmlns:p14="http://schemas.microsoft.com/office/powerpoint/2010/main" val="268433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553998"/>
          </a:xfrm>
        </p:spPr>
        <p:txBody>
          <a:bodyPr/>
          <a:lstStyle/>
          <a:p>
            <a:pPr algn="ctr"/>
            <a:r>
              <a:rPr lang="en-US" sz="3600" dirty="0" smtClean="0"/>
              <a:t>10. Using try and exception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2585323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try: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with open('</a:t>
            </a:r>
            <a:r>
              <a:rPr lang="en-US" sz="2800" u="none" dirty="0" err="1">
                <a:solidFill>
                  <a:schemeClr val="tx1"/>
                </a:solidFill>
              </a:rPr>
              <a:t>check.txt','r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    print(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except </a:t>
            </a:r>
            <a:r>
              <a:rPr lang="en-US" sz="2800" u="none" dirty="0" err="1">
                <a:solidFill>
                  <a:schemeClr val="tx1"/>
                </a:solidFill>
              </a:rPr>
              <a:t>FileNotFoundError</a:t>
            </a:r>
            <a:r>
              <a:rPr lang="en-US" sz="2800" u="none" dirty="0">
                <a:solidFill>
                  <a:schemeClr val="tx1"/>
                </a:solidFill>
              </a:rPr>
              <a:t>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print('File not found')</a:t>
            </a:r>
          </a:p>
          <a:p>
            <a:endParaRPr lang="en-US" sz="28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30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553998"/>
          </a:xfrm>
        </p:spPr>
        <p:txBody>
          <a:bodyPr/>
          <a:lstStyle/>
          <a:p>
            <a:pPr algn="ctr"/>
            <a:r>
              <a:rPr lang="en-US" sz="3600" dirty="0" smtClean="0"/>
              <a:t>11. Writing and reading a list using file handling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877985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names = ['</a:t>
            </a:r>
            <a:r>
              <a:rPr lang="en-US" sz="2800" u="none" dirty="0" err="1">
                <a:solidFill>
                  <a:schemeClr val="tx1"/>
                </a:solidFill>
              </a:rPr>
              <a:t>Asif','Ali','Ahmed</a:t>
            </a:r>
            <a:r>
              <a:rPr lang="en-US" sz="2800" u="none" dirty="0">
                <a:solidFill>
                  <a:schemeClr val="tx1"/>
                </a:solidFill>
              </a:rPr>
              <a:t>']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names.txt','w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for item in names: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    </a:t>
            </a:r>
            <a:r>
              <a:rPr lang="en-US" sz="2800" u="none" dirty="0" err="1">
                <a:solidFill>
                  <a:schemeClr val="tx1"/>
                </a:solidFill>
              </a:rPr>
              <a:t>file.write</a:t>
            </a:r>
            <a:r>
              <a:rPr lang="en-US" sz="2800" u="none" dirty="0">
                <a:solidFill>
                  <a:schemeClr val="tx1"/>
                </a:solidFill>
              </a:rPr>
              <a:t>(f'{item}\n')</a:t>
            </a:r>
          </a:p>
          <a:p>
            <a:endParaRPr lang="en-US" sz="2800" u="none" dirty="0">
              <a:solidFill>
                <a:schemeClr val="tx1"/>
              </a:solidFill>
            </a:endParaRPr>
          </a:p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names.txt','r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for item in names: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    print(</a:t>
            </a:r>
            <a:r>
              <a:rPr lang="en-US" sz="2800" u="none" dirty="0" err="1">
                <a:solidFill>
                  <a:schemeClr val="tx1"/>
                </a:solidFill>
              </a:rPr>
              <a:t>item.strip</a:t>
            </a:r>
            <a:r>
              <a:rPr lang="en-US" sz="2800" u="none" dirty="0">
                <a:solidFill>
                  <a:schemeClr val="tx1"/>
                </a:solidFill>
              </a:rPr>
              <a:t>())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0454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354217"/>
          </a:xfrm>
        </p:spPr>
        <p:txBody>
          <a:bodyPr/>
          <a:lstStyle/>
          <a:p>
            <a:r>
              <a:rPr lang="en-US" sz="4400" u="none" dirty="0" smtClean="0">
                <a:solidFill>
                  <a:schemeClr val="tx1"/>
                </a:solidFill>
              </a:rPr>
              <a:t>Write a python program which count number of words in a file</a:t>
            </a:r>
            <a:endParaRPr lang="en-US" sz="4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003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553998"/>
          </a:xfrm>
        </p:spPr>
        <p:txBody>
          <a:bodyPr/>
          <a:lstStyle/>
          <a:p>
            <a:pPr algn="ctr"/>
            <a:r>
              <a:rPr lang="en-US" sz="3600" dirty="0" smtClean="0"/>
              <a:t>12. Counting words in a file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2154436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with open('example.txt', 'r')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contents = 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words = </a:t>
            </a:r>
            <a:r>
              <a:rPr lang="en-US" sz="2800" u="none" dirty="0" err="1">
                <a:solidFill>
                  <a:schemeClr val="tx1"/>
                </a:solidFill>
              </a:rPr>
              <a:t>contents.split</a:t>
            </a:r>
            <a:r>
              <a:rPr lang="en-US" sz="2800" u="none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counts = </a:t>
            </a:r>
            <a:r>
              <a:rPr lang="en-US" sz="2800" u="none" dirty="0" err="1">
                <a:solidFill>
                  <a:schemeClr val="tx1"/>
                </a:solidFill>
              </a:rPr>
              <a:t>len</a:t>
            </a:r>
            <a:r>
              <a:rPr lang="en-US" sz="2800" u="none" dirty="0">
                <a:solidFill>
                  <a:schemeClr val="tx1"/>
                </a:solidFill>
              </a:rPr>
              <a:t>(words)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</a:t>
            </a:r>
            <a:r>
              <a:rPr lang="en-US" sz="2800" u="none" dirty="0" err="1">
                <a:solidFill>
                  <a:schemeClr val="tx1"/>
                </a:solidFill>
              </a:rPr>
              <a:t>f'Total</a:t>
            </a:r>
            <a:r>
              <a:rPr lang="en-US" sz="2800" u="none" dirty="0">
                <a:solidFill>
                  <a:schemeClr val="tx1"/>
                </a:solidFill>
              </a:rPr>
              <a:t> words are: {counts}')</a:t>
            </a:r>
          </a:p>
        </p:txBody>
      </p:sp>
    </p:spTree>
    <p:extLst>
      <p:ext uri="{BB962C8B-B14F-4D97-AF65-F5344CB8AC3E}">
        <p14:creationId xmlns:p14="http://schemas.microsoft.com/office/powerpoint/2010/main" val="2929387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738664"/>
          </a:xfrm>
        </p:spPr>
        <p:txBody>
          <a:bodyPr/>
          <a:lstStyle/>
          <a:p>
            <a:pPr algn="ctr"/>
            <a:r>
              <a:rPr lang="en-US" dirty="0" smtClean="0"/>
              <a:t>Activity-03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354217"/>
          </a:xfrm>
        </p:spPr>
        <p:txBody>
          <a:bodyPr/>
          <a:lstStyle/>
          <a:p>
            <a:r>
              <a:rPr lang="en-US" sz="4400" u="none" dirty="0" smtClean="0">
                <a:solidFill>
                  <a:schemeClr val="tx1"/>
                </a:solidFill>
              </a:rPr>
              <a:t>Write a python program which display file content according to given index.</a:t>
            </a:r>
            <a:endParaRPr lang="en-US" sz="4400" u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117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592" y="292353"/>
            <a:ext cx="9629775" cy="553998"/>
          </a:xfrm>
        </p:spPr>
        <p:txBody>
          <a:bodyPr/>
          <a:lstStyle/>
          <a:p>
            <a:pPr algn="ctr"/>
            <a:r>
              <a:rPr lang="en-US" sz="3600" dirty="0" smtClean="0"/>
              <a:t>13. Seek and tell method in file handling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1723549"/>
          </a:xfrm>
        </p:spPr>
        <p:txBody>
          <a:bodyPr/>
          <a:lstStyle/>
          <a:p>
            <a:r>
              <a:rPr lang="en-US" sz="2800" u="none" dirty="0">
                <a:solidFill>
                  <a:schemeClr val="tx1"/>
                </a:solidFill>
              </a:rPr>
              <a:t>with open('</a:t>
            </a:r>
            <a:r>
              <a:rPr lang="en-US" sz="2800" u="none" dirty="0" err="1">
                <a:solidFill>
                  <a:schemeClr val="tx1"/>
                </a:solidFill>
              </a:rPr>
              <a:t>example.txt','r</a:t>
            </a:r>
            <a:r>
              <a:rPr lang="en-US" sz="2800" u="none" dirty="0">
                <a:solidFill>
                  <a:schemeClr val="tx1"/>
                </a:solidFill>
              </a:rPr>
              <a:t>') as file: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</a:t>
            </a:r>
            <a:r>
              <a:rPr lang="en-US" sz="2800" u="none" dirty="0" err="1">
                <a:solidFill>
                  <a:schemeClr val="tx1"/>
                </a:solidFill>
              </a:rPr>
              <a:t>file.seek</a:t>
            </a:r>
            <a:r>
              <a:rPr lang="en-US" sz="2800" u="none" dirty="0">
                <a:solidFill>
                  <a:schemeClr val="tx1"/>
                </a:solidFill>
              </a:rPr>
              <a:t>(0)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</a:t>
            </a:r>
            <a:r>
              <a:rPr lang="en-US" sz="2800" u="none" dirty="0" err="1">
                <a:solidFill>
                  <a:schemeClr val="tx1"/>
                </a:solidFill>
              </a:rPr>
              <a:t>f'Current</a:t>
            </a:r>
            <a:r>
              <a:rPr lang="en-US" sz="2800" u="none" dirty="0">
                <a:solidFill>
                  <a:schemeClr val="tx1"/>
                </a:solidFill>
              </a:rPr>
              <a:t> position : {</a:t>
            </a:r>
            <a:r>
              <a:rPr lang="en-US" sz="2800" u="none" dirty="0" err="1">
                <a:solidFill>
                  <a:schemeClr val="tx1"/>
                </a:solidFill>
              </a:rPr>
              <a:t>file.tell</a:t>
            </a:r>
            <a:r>
              <a:rPr lang="en-US" sz="2800" u="none" dirty="0">
                <a:solidFill>
                  <a:schemeClr val="tx1"/>
                </a:solidFill>
              </a:rPr>
              <a:t>()}\n')</a:t>
            </a:r>
          </a:p>
          <a:p>
            <a:r>
              <a:rPr lang="en-US" sz="2800" u="none" dirty="0">
                <a:solidFill>
                  <a:schemeClr val="tx1"/>
                </a:solidFill>
              </a:rPr>
              <a:t>    print(</a:t>
            </a:r>
            <a:r>
              <a:rPr lang="en-US" sz="2800" u="none" dirty="0" err="1">
                <a:solidFill>
                  <a:schemeClr val="tx1"/>
                </a:solidFill>
              </a:rPr>
              <a:t>file.read</a:t>
            </a:r>
            <a:r>
              <a:rPr lang="en-US" sz="2800" u="none" dirty="0">
                <a:solidFill>
                  <a:schemeClr val="tx1"/>
                </a:solidFill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753674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375" y="1684502"/>
            <a:ext cx="10001249" cy="3200876"/>
          </a:xfrm>
        </p:spPr>
        <p:txBody>
          <a:bodyPr/>
          <a:lstStyle/>
          <a:p>
            <a:endParaRPr lang="en-US" sz="3200" u="none" dirty="0" smtClean="0"/>
          </a:p>
          <a:p>
            <a:endParaRPr lang="en-US" sz="3200" u="none" dirty="0"/>
          </a:p>
          <a:p>
            <a:endParaRPr lang="en-US" sz="3200" u="none" dirty="0" smtClean="0"/>
          </a:p>
          <a:p>
            <a:endParaRPr lang="en-US" sz="3200" u="none" dirty="0"/>
          </a:p>
          <a:p>
            <a:pPr algn="ctr"/>
            <a:r>
              <a:rPr lang="en-US" sz="4000" u="none" dirty="0" smtClean="0"/>
              <a:t>Thank You</a:t>
            </a:r>
          </a:p>
          <a:p>
            <a:pPr algn="ctr"/>
            <a:r>
              <a:rPr lang="en-US" sz="4000" u="none" dirty="0" smtClean="0">
                <a:sym typeface="Wingdings" panose="05000000000000000000" pitchFamily="2" charset="2"/>
              </a:rPr>
              <a:t>  </a:t>
            </a:r>
            <a:endParaRPr lang="en-US" sz="4000" u="none" dirty="0"/>
          </a:p>
        </p:txBody>
      </p:sp>
    </p:spTree>
    <p:extLst>
      <p:ext uri="{BB962C8B-B14F-4D97-AF65-F5344CB8AC3E}">
        <p14:creationId xmlns:p14="http://schemas.microsoft.com/office/powerpoint/2010/main" val="210628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</TotalTime>
  <Words>652</Words>
  <Application>Microsoft Office PowerPoint</Application>
  <PresentationFormat>Widescreen</PresentationFormat>
  <Paragraphs>109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Wingdings</vt:lpstr>
      <vt:lpstr>Office Theme</vt:lpstr>
      <vt:lpstr>PowerPoint Presentation</vt:lpstr>
      <vt:lpstr>Learning outcomes</vt:lpstr>
      <vt:lpstr>1. Basic program of file handling Writing mode</vt:lpstr>
      <vt:lpstr>2. Basic program of file handling Reading mode</vt:lpstr>
      <vt:lpstr>Activity-01</vt:lpstr>
      <vt:lpstr>Activity-01 Solution</vt:lpstr>
      <vt:lpstr>3. Basic program of file handling Writing multiple lines</vt:lpstr>
      <vt:lpstr>4. Reading multiple lines from file</vt:lpstr>
      <vt:lpstr>5. File mode: Append</vt:lpstr>
      <vt:lpstr>6. Reading multiple lines from file using ‘with keyword’</vt:lpstr>
      <vt:lpstr>7. Writing numbers from 1 to 5 on new line using ‘with’ keyword using in file handling</vt:lpstr>
      <vt:lpstr>8. Reading numbers from 1 to 5 on new line using ‘with’ keyword using in file handling</vt:lpstr>
      <vt:lpstr>9. Checking if a file exist or not</vt:lpstr>
      <vt:lpstr>10. Using try and exception</vt:lpstr>
      <vt:lpstr>11. Writing and reading a list using file handling</vt:lpstr>
      <vt:lpstr>Activity-02</vt:lpstr>
      <vt:lpstr>12. Counting words in a file</vt:lpstr>
      <vt:lpstr>Activity-03</vt:lpstr>
      <vt:lpstr>13. Seek and tell method in file handling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Asif Ali</dc:creator>
  <cp:lastModifiedBy>Engr Asif Ali</cp:lastModifiedBy>
  <cp:revision>143</cp:revision>
  <dcterms:created xsi:type="dcterms:W3CDTF">2025-01-12T08:42:22Z</dcterms:created>
  <dcterms:modified xsi:type="dcterms:W3CDTF">2025-02-04T11:01:51Z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2025-01-12T00:00:00Z</vt:filetime>
  </property>
  <property fmtid="{D5CDD505-2E9C-101B-9397-08002B2CF9AE}" pid="5" name="Producer">
    <vt:lpwstr>Microsoft® PowerPoint® 2013</vt:lpwstr>
  </property>
</Properties>
</file>