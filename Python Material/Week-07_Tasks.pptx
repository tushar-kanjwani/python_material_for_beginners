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5" r:id="rId1"/>
  </p:sldMasterIdLst>
  <p:notesMasterIdLst>
    <p:notesMasterId r:id="rId14"/>
  </p:notesMasterIdLst>
  <p:handoutMasterIdLst>
    <p:handoutMasterId r:id="rId15"/>
  </p:handoutMasterIdLst>
  <p:sldIdLst>
    <p:sldId id="256" r:id="rId2"/>
    <p:sldId id="328" r:id="rId3"/>
    <p:sldId id="289" r:id="rId4"/>
    <p:sldId id="327" r:id="rId5"/>
    <p:sldId id="320" r:id="rId6"/>
    <p:sldId id="321" r:id="rId7"/>
    <p:sldId id="322" r:id="rId8"/>
    <p:sldId id="323" r:id="rId9"/>
    <p:sldId id="324" r:id="rId10"/>
    <p:sldId id="325" r:id="rId11"/>
    <p:sldId id="326" r:id="rId12"/>
    <p:sldId id="329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1" d="100"/>
          <a:sy n="71" d="100"/>
        </p:scale>
        <p:origin x="-456" y="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7BAD6-4A2C-44B7-851C-686ED603E39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D5A4A-E6B3-4234-9666-F9BDAD3F3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810971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AF3FE-ECA3-4B24-9391-98B66A259AB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6BA61-D4C5-4382-92FD-30A7C1F7D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74769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35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8010-D988-49DF-9462-D78670D5620F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925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88B8-D974-40C8-89FC-4455525BAF10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434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05364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B2D1B-9312-49E5-82C9-F36F07978527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0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1783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F99AB-3511-4307-BE43-C8E74B1694FD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177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39DC8-63A8-4D4D-A5D9-E3FCFB81AE7C}" type="datetime1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74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1458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37051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07066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945496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95544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907141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08203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4645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40928-7ED2-461B-8E27-5D7CD4E65894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15213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40928-7ED2-461B-8E27-5D7CD4E65894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860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133600"/>
            <a:ext cx="11277599" cy="2505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0"/>
              </a:spcBef>
              <a:tabLst>
                <a:tab pos="2755900" algn="l"/>
              </a:tabLst>
            </a:pPr>
            <a:r>
              <a:rPr lang="en-US" sz="5400" spc="-5" dirty="0" smtClean="0">
                <a:solidFill>
                  <a:srgbClr val="1F3863"/>
                </a:solidFill>
              </a:rPr>
              <a:t>Week-07</a:t>
            </a:r>
            <a:r>
              <a:rPr lang="en-US" sz="5400" spc="-5" dirty="0" smtClean="0">
                <a:solidFill>
                  <a:srgbClr val="1F3863"/>
                </a:solidFill>
              </a:rPr>
              <a:t/>
            </a:r>
            <a:br>
              <a:rPr lang="en-US" sz="5400" spc="-5" dirty="0" smtClean="0">
                <a:solidFill>
                  <a:srgbClr val="1F3863"/>
                </a:solidFill>
              </a:rPr>
            </a:br>
            <a:r>
              <a:rPr lang="en-US" sz="5400" spc="-5" dirty="0" smtClean="0">
                <a:solidFill>
                  <a:srgbClr val="1F3863"/>
                </a:solidFill>
              </a:rPr>
              <a:t>Tasks</a:t>
            </a:r>
            <a:r>
              <a:rPr lang="en-US" sz="5400" spc="-5" dirty="0" smtClean="0">
                <a:solidFill>
                  <a:srgbClr val="1F3863"/>
                </a:solidFill>
              </a:rPr>
              <a:t/>
            </a:r>
            <a:br>
              <a:rPr lang="en-US" sz="5400" spc="-5" dirty="0" smtClean="0">
                <a:solidFill>
                  <a:srgbClr val="1F3863"/>
                </a:solidFill>
              </a:rPr>
            </a:br>
            <a:endParaRPr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11146535" y="6464909"/>
            <a:ext cx="1536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Task-01</a:t>
            </a:r>
            <a:endParaRPr lang="en-US" dirty="0"/>
          </a:p>
        </p:txBody>
      </p:sp>
      <p:pic>
        <p:nvPicPr>
          <p:cNvPr id="3074" name="Picture 2" descr="D:\PITP\Week-07\Task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68506"/>
            <a:ext cx="9680575" cy="494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600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Task-02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133600"/>
            <a:ext cx="10591800" cy="3777622"/>
          </a:xfrm>
        </p:spPr>
        <p:txBody>
          <a:bodyPr>
            <a:noAutofit/>
          </a:bodyPr>
          <a:lstStyle/>
          <a:p>
            <a:r>
              <a:rPr lang="en-US" sz="3200" dirty="0" smtClean="0"/>
              <a:t>Create a bar with following data:</a:t>
            </a:r>
          </a:p>
          <a:p>
            <a:r>
              <a:rPr lang="en-US" sz="3200" dirty="0"/>
              <a:t>days </a:t>
            </a:r>
            <a:r>
              <a:rPr lang="en-US" sz="3200" dirty="0" smtClean="0"/>
              <a:t>= [</a:t>
            </a:r>
            <a:r>
              <a:rPr lang="en-US" sz="3200" dirty="0"/>
              <a:t>'Day1','Day2','Day3','Day4','Day5','Day6','Day7','Day8','Day9','Day10']</a:t>
            </a:r>
            <a:br>
              <a:rPr lang="en-US" sz="3200" dirty="0"/>
            </a:br>
            <a:r>
              <a:rPr lang="en-US" sz="3200" dirty="0"/>
              <a:t>sales = [2000,1000,500,100,5000,20000,1000,1500,2500,3500</a:t>
            </a:r>
            <a:r>
              <a:rPr lang="en-US" sz="3200" dirty="0" smtClean="0"/>
              <a:t>]</a:t>
            </a:r>
          </a:p>
          <a:p>
            <a:pPr marL="0" indent="0">
              <a:buNone/>
            </a:pP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  <a:p>
            <a:endParaRPr lang="en-US" sz="3200" dirty="0" smtClean="0"/>
          </a:p>
          <a:p>
            <a:pPr marL="0" indent="0" algn="ctr">
              <a:buNone/>
            </a:pPr>
            <a:r>
              <a:rPr lang="en-US" sz="3600" b="1" dirty="0" smtClean="0"/>
              <a:t>Output</a:t>
            </a:r>
          </a:p>
          <a:p>
            <a:pPr marL="0" indent="0">
              <a:buNone/>
            </a:pPr>
            <a:r>
              <a:rPr lang="en-US" sz="3200" b="1" dirty="0" smtClean="0"/>
              <a:t>Brand: Honda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 smtClean="0"/>
              <a:t>Year: 2025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54576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Task-02</a:t>
            </a:r>
            <a:br>
              <a:rPr lang="en-US" dirty="0" smtClean="0"/>
            </a:br>
            <a:r>
              <a:rPr lang="en-US" dirty="0" smtClean="0"/>
              <a:t>Sample Output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057400"/>
            <a:ext cx="7036006" cy="3778250"/>
          </a:xfrm>
        </p:spPr>
      </p:pic>
    </p:spTree>
    <p:extLst>
      <p:ext uri="{BB962C8B-B14F-4D97-AF65-F5344CB8AC3E}">
        <p14:creationId xmlns:p14="http://schemas.microsoft.com/office/powerpoint/2010/main" val="2226913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Task-03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1026" name="Picture 2" descr="D:\PITP\Week-08\Task-02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76400"/>
            <a:ext cx="9906000" cy="461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9084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Task-04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2050" name="Picture 2" descr="D:\PITP\Week-07\Task-01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295400"/>
            <a:ext cx="85344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760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Task-05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133600"/>
            <a:ext cx="10591800" cy="3777622"/>
          </a:xfrm>
        </p:spPr>
        <p:txBody>
          <a:bodyPr>
            <a:noAutofit/>
          </a:bodyPr>
          <a:lstStyle/>
          <a:p>
            <a:endParaRPr lang="en-US" sz="3200" dirty="0"/>
          </a:p>
        </p:txBody>
      </p:sp>
      <p:pic>
        <p:nvPicPr>
          <p:cNvPr id="4098" name="Picture 2" descr="D:\PITP\Week-07\Task-0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133600"/>
            <a:ext cx="10439400" cy="400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295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Task-06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122" name="Picture 2" descr="D:\PITP\Week-07\Task-04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10820399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8266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Task-07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133600"/>
            <a:ext cx="105918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 smtClean="0"/>
              <a:t>Create a dataframe that contains following data:</a:t>
            </a:r>
          </a:p>
          <a:p>
            <a:pPr marL="0" indent="0">
              <a:buNone/>
            </a:pPr>
            <a:r>
              <a:rPr lang="en-US" sz="2800" dirty="0" smtClean="0"/>
              <a:t>Name, Subject, Marks, Grade. There should be 10 entries. Perform following activities:</a:t>
            </a:r>
          </a:p>
          <a:p>
            <a:pPr marL="514350" indent="-514350">
              <a:buAutoNum type="alphaLcPeriod"/>
            </a:pPr>
            <a:r>
              <a:rPr lang="en-US" sz="2800" dirty="0" smtClean="0"/>
              <a:t>Display the result</a:t>
            </a:r>
          </a:p>
          <a:p>
            <a:pPr marL="514350" indent="-514350">
              <a:buAutoNum type="alphaLcPeriod"/>
            </a:pPr>
            <a:r>
              <a:rPr lang="en-US" sz="2800" dirty="0" smtClean="0"/>
              <a:t>Find the maximum marks</a:t>
            </a:r>
          </a:p>
          <a:p>
            <a:pPr marL="514350" indent="-514350">
              <a:buAutoNum type="alphaLcPeriod"/>
            </a:pPr>
            <a:r>
              <a:rPr lang="en-US" sz="2800" dirty="0" smtClean="0"/>
              <a:t>Count the number of A Grade</a:t>
            </a:r>
          </a:p>
          <a:p>
            <a:pPr marL="514350" indent="-514350">
              <a:buAutoNum type="alphaLcPeriod"/>
            </a:pPr>
            <a:r>
              <a:rPr lang="en-US" sz="2800" dirty="0" smtClean="0"/>
              <a:t>Group them by Grade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33616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Task-08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133600"/>
            <a:ext cx="105918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 smtClean="0"/>
              <a:t>Continue the task-07 and perform the following activities:</a:t>
            </a:r>
            <a:br>
              <a:rPr lang="en-US" sz="3200" dirty="0" smtClean="0"/>
            </a:br>
            <a:r>
              <a:rPr lang="en-US" sz="3200" dirty="0" smtClean="0"/>
              <a:t>a. </a:t>
            </a:r>
            <a:r>
              <a:rPr lang="en-US" sz="3200" dirty="0" smtClean="0"/>
              <a:t>Count the total null values</a:t>
            </a:r>
          </a:p>
          <a:p>
            <a:pPr marL="0" indent="0">
              <a:buNone/>
            </a:pPr>
            <a:r>
              <a:rPr lang="en-US" sz="3200" dirty="0" smtClean="0"/>
              <a:t>b. Fill the null values with the means of that column</a:t>
            </a:r>
          </a:p>
          <a:p>
            <a:pPr marL="0" indent="0">
              <a:buNone/>
            </a:pPr>
            <a:r>
              <a:rPr lang="en-US" sz="3200" dirty="0" smtClean="0"/>
              <a:t>c. Plot marks with student name using bar chart</a:t>
            </a:r>
          </a:p>
          <a:p>
            <a:pPr marL="0" indent="0">
              <a:buNone/>
            </a:pPr>
            <a:r>
              <a:rPr lang="en-US" sz="3200" dirty="0" smtClean="0"/>
              <a:t>d. Import this dataframe into CSV file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690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Task-09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133600"/>
            <a:ext cx="10591800" cy="377762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000" dirty="0" smtClean="0"/>
              <a:t>Random Task</a:t>
            </a:r>
          </a:p>
          <a:p>
            <a:pPr marL="0" indent="0" algn="ctr">
              <a:buNone/>
            </a:pPr>
            <a:r>
              <a:rPr lang="en-US" sz="4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4736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Task-10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133600"/>
            <a:ext cx="10591800" cy="377762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000" dirty="0" smtClean="0"/>
              <a:t>Random Task</a:t>
            </a:r>
          </a:p>
          <a:p>
            <a:pPr marL="0" indent="0" algn="ctr">
              <a:buNone/>
            </a:pPr>
            <a:r>
              <a:rPr lang="en-US" sz="4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2067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2637</TotalTime>
  <Words>101</Words>
  <Application>Microsoft Office PowerPoint</Application>
  <PresentationFormat>Custom</PresentationFormat>
  <Paragraphs>34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Wisp</vt:lpstr>
      <vt:lpstr>Week-07 Tasks </vt:lpstr>
      <vt:lpstr>Task-01</vt:lpstr>
      <vt:lpstr>Task-02 </vt:lpstr>
      <vt:lpstr>Task-02 Sample Output</vt:lpstr>
      <vt:lpstr>Task-03 </vt:lpstr>
      <vt:lpstr>Task-04 </vt:lpstr>
      <vt:lpstr>Task-05 </vt:lpstr>
      <vt:lpstr>Task-06 </vt:lpstr>
      <vt:lpstr>Task-07 </vt:lpstr>
      <vt:lpstr>Task-08 </vt:lpstr>
      <vt:lpstr>Task-09 </vt:lpstr>
      <vt:lpstr>Task-10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Amit</dc:creator>
  <cp:lastModifiedBy>Asad Computers</cp:lastModifiedBy>
  <cp:revision>98</cp:revision>
  <dcterms:created xsi:type="dcterms:W3CDTF">2022-06-01T19:31:04Z</dcterms:created>
  <dcterms:modified xsi:type="dcterms:W3CDTF">2025-11-11T08:12:02Z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2022-06-01T00:00:00Z</vt:filetime>
  </property>
</Properties>
</file>