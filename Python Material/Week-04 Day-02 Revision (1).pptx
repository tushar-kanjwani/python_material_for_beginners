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185025" cy="675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Python program to check if a number is positive or negative.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Python program to check if a number is even or odd.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Python program to check if a year is a leap year or 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program to check whether a character is a vowel or consonant.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Python program to find the largest among two numbers.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Python program to find the largest among three numbers using if-elif-else.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program to assign grades to students based on marks using if-elif-else.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4940" y="914400"/>
            <a:ext cx="7273925" cy="983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program to check whether a person is eligible to vote or not.</a:t>
            </a:r>
            <a:r>
              <a:rPr lang="en-US"/>
              <a:t> </a:t>
            </a:r>
            <a:endParaRPr lang="en-US"/>
          </a:p>
          <a:p>
            <a:pPr>
              <a:defRPr sz="2000"/>
            </a:pPr>
            <a:r>
              <a:rPr lang="en-US"/>
              <a:t>Age should be greater than or equal to 18 years.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Python program to check whether a number is divisible by 5 and 11 or not.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1135" y="914400"/>
            <a:ext cx="8495665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Write a Python program to determine whether a given number is a multiple of 3 or not.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Python program to print numbers from 1 to 10 using a for loop.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Python program to print even numbers from 1 to 20 using a for loop.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Python program to print the multiplication table of a given number.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8450" y="914400"/>
            <a:ext cx="838835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Write a Python program to find the sum of first 10 natural numbers using a for loop.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Python program to find the factorial of a number using for loop.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07375" cy="1291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program to print each character of a string using a for loop.</a:t>
            </a:r>
            <a:r>
              <a:rPr lang="en-US"/>
              <a:t> </a:t>
            </a:r>
            <a:endParaRPr lang="en-US"/>
          </a:p>
          <a:p>
            <a:pPr>
              <a:defRPr sz="2000"/>
            </a:pPr>
            <a:r>
              <a:rPr lang="en-US"/>
              <a:t>User should give input as index and program will print the character according</a:t>
            </a:r>
            <a:endParaRPr lang="en-US"/>
          </a:p>
          <a:p>
            <a:pPr>
              <a:defRPr sz="2000"/>
            </a:pPr>
            <a:r>
              <a:rPr lang="en-US"/>
              <a:t>to entered index number by user.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Python program to count the number of vowels in a string using a for loop.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Python program to reverse a string using a loop.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Python program to calculate the sum of digits of a number using while loop.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Python program to print digits of a number in reverse using while loop.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Python program to find the factorial of a number using while loop.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181215" cy="983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Python program to print all odd numbers between 1 and 50 </a:t>
            </a:r>
          </a:p>
          <a:p>
            <a:pPr>
              <a:defRPr sz="2000"/>
            </a:pPr>
            <a:r>
              <a:t>using while loop.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program to simulate a simple login system using if-else statements.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</a:t>
            </a:r>
            <a:r>
              <a:rPr lang="en-US"/>
              <a:t>5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898130" cy="675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Python program to </a:t>
            </a:r>
            <a:r>
              <a:rPr lang="en-US"/>
              <a:t>find cube of the entered number using for loop.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493635" cy="57238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>
              <a:defRPr sz="2000"/>
            </a:pPr>
            <a:r>
              <a:t>Write a Python program </a:t>
            </a:r>
            <a:r>
              <a:rPr lang="en-US"/>
              <a:t>that table from starting range to ending range.</a:t>
            </a:r>
            <a:endParaRPr lang="en-US"/>
          </a:p>
          <a:p>
            <a:pPr algn="l">
              <a:defRPr sz="2000"/>
            </a:pPr>
            <a:r>
              <a:rPr lang="en-US"/>
              <a:t>Sample Output:</a:t>
            </a:r>
            <a:endParaRPr lang="en-US"/>
          </a:p>
          <a:p>
            <a:pPr algn="l">
              <a:defRPr sz="2000"/>
            </a:pPr>
            <a:r>
              <a:rPr lang="en-US" altLang="en-US" sz="1400"/>
              <a:t>Enter starting range: 2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Enter ending range: 3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2 X 1 =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2 X 2 =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2 X 3 =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2 X 4 =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2 X 5 =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2 X 6 =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2 X 7 =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2 X 8 =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2 X 9 =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2 X 10 =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3 X 1 =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3 X 2 =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3 X 3 =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3 X 4 =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3 X 5 =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3 X 6 =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3 X 7 =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3 X 8 =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3 X 9 =</a:t>
            </a:r>
            <a:endParaRPr lang="en-US" altLang="en-US" sz="1400"/>
          </a:p>
          <a:p>
            <a:pPr algn="l">
              <a:defRPr sz="2000"/>
            </a:pPr>
            <a:r>
              <a:rPr lang="en-US" altLang="en-US" sz="1400"/>
              <a:t>3 X 10 =</a:t>
            </a:r>
            <a:endParaRPr lang="en-US" altLang="en-US"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program to print all numbers divisible by 3 and 5 between 1 and 100.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909560" cy="983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Python program to count how many times a character appears in a </a:t>
            </a:r>
          </a:p>
          <a:p>
            <a:pPr>
              <a:defRPr sz="2000"/>
            </a:pPr>
            <a:r>
              <a:t>string using a loop.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Python program to print all elements of a list using a for loop.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Write a program to print the square of all numbers from 1 to 10 using for loop.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415655" cy="983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rPr lang="en-US"/>
              <a:t>Make a simpel calculator using python. This calculator should perform addition, </a:t>
            </a:r>
            <a:endParaRPr lang="en-US"/>
          </a:p>
          <a:p>
            <a:pPr>
              <a:defRPr sz="2000"/>
            </a:pPr>
            <a:r>
              <a:rPr lang="en-US"/>
              <a:t>subtraction, multiplication, division, modulation, square, and cube.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2894</Words>
  <Application>WPS Slides</Application>
  <PresentationFormat>On-screen Show (4:3)</PresentationFormat>
  <Paragraphs>149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Task 1</vt:lpstr>
      <vt:lpstr>Task 2</vt:lpstr>
      <vt:lpstr>Task 3</vt:lpstr>
      <vt:lpstr>Task 4</vt:lpstr>
      <vt:lpstr>Task 5</vt:lpstr>
      <vt:lpstr>Task 6</vt:lpstr>
      <vt:lpstr>Task 7</vt:lpstr>
      <vt:lpstr>Task 8</vt:lpstr>
      <vt:lpstr>Task 9</vt:lpstr>
      <vt:lpstr>Task 10</vt:lpstr>
      <vt:lpstr>Task 11</vt:lpstr>
      <vt:lpstr>Task 12</vt:lpstr>
      <vt:lpstr>Task 13</vt:lpstr>
      <vt:lpstr>Task 14</vt:lpstr>
      <vt:lpstr>Task 15</vt:lpstr>
      <vt:lpstr>Task 16</vt:lpstr>
      <vt:lpstr>Task 17</vt:lpstr>
      <vt:lpstr>Task 18</vt:lpstr>
      <vt:lpstr>Task 19</vt:lpstr>
      <vt:lpstr>Task 20</vt:lpstr>
      <vt:lpstr>Task 21</vt:lpstr>
      <vt:lpstr>Task 22</vt:lpstr>
      <vt:lpstr>Task 23</vt:lpstr>
      <vt:lpstr>Task 24</vt:lpstr>
      <vt:lpstr>Task 25</vt:lpstr>
      <vt:lpstr>Task 26</vt:lpstr>
      <vt:lpstr>Task 27</vt:lpstr>
      <vt:lpstr>Task 28</vt:lpstr>
      <vt:lpstr>Task 29</vt:lpstr>
      <vt:lpstr>Task 30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Engr Asif Ali</cp:lastModifiedBy>
  <cp:revision>8</cp:revision>
  <dcterms:created xsi:type="dcterms:W3CDTF">2013-01-27T09:14:00Z</dcterms:created>
  <dcterms:modified xsi:type="dcterms:W3CDTF">2025-04-08T05:54:30Z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AE73B69F41E74BB7A758C64071529677_12</vt:lpwstr>
  </property>
  <property fmtid="{D5CDD505-2E9C-101B-9397-08002B2CF9AE}" pid="3" name="KSOProductBuildVer">
    <vt:lpwstr>1033-12.2.0.20782</vt:lpwstr>
  </property>
</Properties>
</file>