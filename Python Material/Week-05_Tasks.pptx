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5" r:id="rId1"/>
  </p:sldMasterIdLst>
  <p:notesMasterIdLst>
    <p:notesMasterId r:id="rId16"/>
  </p:notesMasterIdLst>
  <p:handoutMasterIdLst>
    <p:handoutMasterId r:id="rId17"/>
  </p:handoutMasterIdLst>
  <p:sldIdLst>
    <p:sldId id="256" r:id="rId2"/>
    <p:sldId id="289" r:id="rId3"/>
    <p:sldId id="320" r:id="rId4"/>
    <p:sldId id="321" r:id="rId5"/>
    <p:sldId id="322" r:id="rId6"/>
    <p:sldId id="323" r:id="rId7"/>
    <p:sldId id="324" r:id="rId8"/>
    <p:sldId id="325" r:id="rId9"/>
    <p:sldId id="326" r:id="rId10"/>
    <p:sldId id="314" r:id="rId11"/>
    <p:sldId id="315" r:id="rId12"/>
    <p:sldId id="316" r:id="rId13"/>
    <p:sldId id="317" r:id="rId14"/>
    <p:sldId id="318" r:id="rId15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1" d="100"/>
          <a:sy n="71" d="100"/>
        </p:scale>
        <p:origin x="-456" y="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7BAD6-4A2C-44B7-851C-686ED603E39A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AD5A4A-E6B3-4234-9666-F9BDAD3F3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810971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DAF3FE-ECA3-4B24-9391-98B66A259AB1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6BA61-D4C5-4382-92FD-30A7C1F7D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74769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435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8010-D988-49DF-9462-D78670D5620F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925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88B8-D974-40C8-89FC-4455525BAF10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434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40928-7ED2-461B-8E27-5D7CD4E65894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05364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B2D1B-9312-49E5-82C9-F36F07978527}" type="datetime1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09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40928-7ED2-461B-8E27-5D7CD4E65894}" type="datetime1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1783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F99AB-3511-4307-BE43-C8E74B1694FD}" type="datetime1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177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39DC8-63A8-4D4D-A5D9-E3FCFB81AE7C}" type="datetime1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74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40928-7ED2-461B-8E27-5D7CD4E65894}" type="datetime1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14580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40928-7ED2-461B-8E27-5D7CD4E65894}" type="datetime1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37051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40928-7ED2-461B-8E27-5D7CD4E65894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07066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40928-7ED2-461B-8E27-5D7CD4E65894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1945496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40928-7ED2-461B-8E27-5D7CD4E65894}" type="datetime1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95544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40928-7ED2-461B-8E27-5D7CD4E65894}" type="datetime1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907141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40928-7ED2-461B-8E27-5D7CD4E65894}" type="datetime1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08203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40928-7ED2-461B-8E27-5D7CD4E65894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4645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40928-7ED2-461B-8E27-5D7CD4E65894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15213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40928-7ED2-461B-8E27-5D7CD4E65894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860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2133600"/>
            <a:ext cx="11277599" cy="41678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100"/>
              </a:spcBef>
              <a:tabLst>
                <a:tab pos="2755900" algn="l"/>
              </a:tabLst>
            </a:pPr>
            <a:r>
              <a:rPr lang="en-US" sz="5400" spc="-5" dirty="0" smtClean="0">
                <a:solidFill>
                  <a:srgbClr val="1F3863"/>
                </a:solidFill>
              </a:rPr>
              <a:t>Week-05</a:t>
            </a:r>
            <a:br>
              <a:rPr lang="en-US" sz="5400" spc="-5" dirty="0" smtClean="0">
                <a:solidFill>
                  <a:srgbClr val="1F3863"/>
                </a:solidFill>
              </a:rPr>
            </a:br>
            <a:r>
              <a:rPr lang="en-US" sz="5400" spc="-5" dirty="0" smtClean="0">
                <a:solidFill>
                  <a:srgbClr val="1F3863"/>
                </a:solidFill>
              </a:rPr>
              <a:t>Introduction to Object-Oriented Programming (OOP)</a:t>
            </a:r>
            <a:br>
              <a:rPr lang="en-US" sz="5400" spc="-5" dirty="0" smtClean="0">
                <a:solidFill>
                  <a:srgbClr val="1F3863"/>
                </a:solidFill>
              </a:rPr>
            </a:br>
            <a:r>
              <a:rPr lang="en-US" sz="5400" spc="-5" dirty="0" smtClean="0">
                <a:solidFill>
                  <a:srgbClr val="1F3863"/>
                </a:solidFill>
              </a:rPr>
              <a:t/>
            </a:r>
            <a:br>
              <a:rPr lang="en-US" sz="5400" spc="-5" dirty="0" smtClean="0">
                <a:solidFill>
                  <a:srgbClr val="1F3863"/>
                </a:solidFill>
              </a:rPr>
            </a:br>
            <a:endParaRPr sz="5400" dirty="0"/>
          </a:p>
        </p:txBody>
      </p:sp>
      <p:sp>
        <p:nvSpPr>
          <p:cNvPr id="3" name="object 3"/>
          <p:cNvSpPr txBox="1"/>
          <p:nvPr/>
        </p:nvSpPr>
        <p:spPr>
          <a:xfrm>
            <a:off x="11146535" y="6464909"/>
            <a:ext cx="1536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Task-01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133600"/>
            <a:ext cx="10591800" cy="3777622"/>
          </a:xfrm>
        </p:spPr>
        <p:txBody>
          <a:bodyPr>
            <a:noAutofit/>
          </a:bodyPr>
          <a:lstStyle/>
          <a:p>
            <a:r>
              <a:rPr lang="en-US" sz="3200" dirty="0"/>
              <a:t>Create a class Car with attributes brand and year. Create an object and print its details.</a:t>
            </a:r>
            <a:endParaRPr lang="en-US" sz="3200" dirty="0" smtClean="0"/>
          </a:p>
          <a:p>
            <a:pPr marL="0" indent="0" algn="ctr">
              <a:buNone/>
            </a:pPr>
            <a:r>
              <a:rPr lang="en-US" sz="3600" b="1" dirty="0" smtClean="0"/>
              <a:t>Output</a:t>
            </a:r>
          </a:p>
          <a:p>
            <a:pPr marL="0" indent="0">
              <a:buNone/>
            </a:pPr>
            <a:r>
              <a:rPr lang="en-US" sz="3200" b="1" dirty="0" smtClean="0"/>
              <a:t>Brand: Honda</a:t>
            </a:r>
            <a:endParaRPr lang="en-US" sz="3200" b="1" dirty="0"/>
          </a:p>
          <a:p>
            <a:pPr marL="0" indent="0">
              <a:buNone/>
            </a:pPr>
            <a:r>
              <a:rPr lang="en-US" sz="3200" b="1" dirty="0" smtClean="0"/>
              <a:t>Year: 2025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54576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Task-02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133600"/>
            <a:ext cx="10591800" cy="3777622"/>
          </a:xfrm>
        </p:spPr>
        <p:txBody>
          <a:bodyPr>
            <a:noAutofit/>
          </a:bodyPr>
          <a:lstStyle/>
          <a:p>
            <a:r>
              <a:rPr lang="en-US" sz="3200" dirty="0"/>
              <a:t>Add a method start() to the Car class that prints "Car started!".</a:t>
            </a:r>
          </a:p>
          <a:p>
            <a:pPr marL="0" indent="0" algn="ctr">
              <a:buNone/>
            </a:pPr>
            <a:r>
              <a:rPr lang="en-US" sz="3600" b="1" dirty="0" smtClean="0"/>
              <a:t>Output</a:t>
            </a:r>
            <a:endParaRPr lang="en-US" sz="3600" b="1" dirty="0" smtClean="0"/>
          </a:p>
          <a:p>
            <a:pPr marL="0" indent="0">
              <a:buNone/>
            </a:pPr>
            <a:r>
              <a:rPr lang="en-US" sz="3200" b="1" dirty="0" smtClean="0"/>
              <a:t>Car started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799084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Task-03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133600"/>
            <a:ext cx="10591800" cy="3777622"/>
          </a:xfrm>
        </p:spPr>
        <p:txBody>
          <a:bodyPr>
            <a:noAutofit/>
          </a:bodyPr>
          <a:lstStyle/>
          <a:p>
            <a:r>
              <a:rPr lang="en-US" sz="3200" dirty="0"/>
              <a:t>Create a class Rectangle with attributes length and width. Add a method area() that returns the area</a:t>
            </a:r>
            <a:r>
              <a:rPr lang="en-US" sz="3200" dirty="0" smtClean="0"/>
              <a:t>.</a:t>
            </a:r>
            <a:endParaRPr lang="en-US" sz="3200" dirty="0"/>
          </a:p>
          <a:p>
            <a:pPr marL="0" indent="0" algn="ctr">
              <a:buNone/>
            </a:pPr>
            <a:r>
              <a:rPr lang="en-US" sz="3600" b="1" dirty="0" smtClean="0"/>
              <a:t>Output</a:t>
            </a:r>
            <a:endParaRPr lang="en-US" sz="3600" b="1" dirty="0" smtClean="0"/>
          </a:p>
          <a:p>
            <a:pPr marL="0" indent="0">
              <a:buNone/>
            </a:pPr>
            <a:r>
              <a:rPr lang="en-US" sz="3200" b="1" dirty="0" smtClean="0"/>
              <a:t>Area: 25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75760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Task-04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133600"/>
            <a:ext cx="10591800" cy="3777622"/>
          </a:xfrm>
        </p:spPr>
        <p:txBody>
          <a:bodyPr>
            <a:noAutofit/>
          </a:bodyPr>
          <a:lstStyle/>
          <a:p>
            <a:r>
              <a:rPr lang="en-US" sz="3200" dirty="0"/>
              <a:t>Create a parent class Animal with a method speak().</a:t>
            </a:r>
            <a:br>
              <a:rPr lang="en-US" sz="3200" dirty="0"/>
            </a:br>
            <a:r>
              <a:rPr lang="en-US" sz="3200" dirty="0"/>
              <a:t>Create subclasses Dog and Cat that print different sounds</a:t>
            </a:r>
            <a:r>
              <a:rPr lang="en-US" sz="3200" dirty="0" smtClean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35295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Task-05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133600"/>
            <a:ext cx="10591800" cy="3777622"/>
          </a:xfrm>
        </p:spPr>
        <p:txBody>
          <a:bodyPr>
            <a:noAutofit/>
          </a:bodyPr>
          <a:lstStyle/>
          <a:p>
            <a:r>
              <a:rPr lang="en-US" sz="3200" dirty="0"/>
              <a:t>Create a base class Person and a subclass Employee that adds an attribute salary.</a:t>
            </a:r>
            <a:br>
              <a:rPr lang="en-US" sz="3200" dirty="0"/>
            </a:br>
            <a:r>
              <a:rPr lang="en-US" sz="3200" dirty="0"/>
              <a:t>Display both personal and salary details.</a:t>
            </a:r>
          </a:p>
        </p:txBody>
      </p:sp>
    </p:spTree>
    <p:extLst>
      <p:ext uri="{BB962C8B-B14F-4D97-AF65-F5344CB8AC3E}">
        <p14:creationId xmlns:p14="http://schemas.microsoft.com/office/powerpoint/2010/main" val="3498266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Task-06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133600"/>
            <a:ext cx="105918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Demonstrate </a:t>
            </a:r>
            <a:r>
              <a:rPr lang="en-US" sz="3200" b="1" dirty="0"/>
              <a:t>multilevel inheritance</a:t>
            </a:r>
            <a:r>
              <a:rPr lang="en-US" sz="3200" dirty="0"/>
              <a:t> with classes </a:t>
            </a:r>
            <a:r>
              <a:rPr lang="en-US" sz="3200" dirty="0" err="1"/>
              <a:t>LivingBeing</a:t>
            </a:r>
            <a:r>
              <a:rPr lang="en-US" sz="3200" dirty="0"/>
              <a:t> → Animal → Dog.</a:t>
            </a:r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33616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Task-07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133600"/>
            <a:ext cx="105918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Demonstrate </a:t>
            </a:r>
            <a:r>
              <a:rPr lang="en-US" sz="3200" b="1" dirty="0"/>
              <a:t>method overriding</a:t>
            </a:r>
            <a:r>
              <a:rPr lang="en-US" sz="3200" dirty="0"/>
              <a:t> by redefining the same method name in a subclass with different behavior.</a:t>
            </a:r>
          </a:p>
        </p:txBody>
      </p:sp>
    </p:spTree>
    <p:extLst>
      <p:ext uri="{BB962C8B-B14F-4D97-AF65-F5344CB8AC3E}">
        <p14:creationId xmlns:p14="http://schemas.microsoft.com/office/powerpoint/2010/main" val="36690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Task-08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133600"/>
            <a:ext cx="10591800" cy="377762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000" dirty="0" smtClean="0"/>
              <a:t>Random Task</a:t>
            </a:r>
          </a:p>
          <a:p>
            <a:pPr marL="0" indent="0" algn="ctr">
              <a:buNone/>
            </a:pPr>
            <a:r>
              <a:rPr lang="en-US" sz="4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4736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Activity-09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800" dirty="0" smtClean="0"/>
              <a:t>Write </a:t>
            </a:r>
            <a:r>
              <a:rPr lang="en-US" sz="2800" dirty="0"/>
              <a:t>a Python program using Object-Oriented Programming (OOP) that demonstrates how to use default arguments in a constructor to </a:t>
            </a:r>
            <a:r>
              <a:rPr lang="en-US" sz="2800" dirty="0" smtClean="0"/>
              <a:t>simulate </a:t>
            </a:r>
            <a:r>
              <a:rPr lang="en-US" sz="2800" dirty="0"/>
              <a:t>multiple constructors</a:t>
            </a:r>
            <a:r>
              <a:rPr lang="en-US" sz="2800" dirty="0" smtClean="0"/>
              <a:t>.</a:t>
            </a:r>
          </a:p>
          <a:p>
            <a:r>
              <a:rPr lang="en-US" b="1" dirty="0"/>
              <a:t>Requirements:</a:t>
            </a:r>
            <a:endParaRPr lang="en-US" dirty="0"/>
          </a:p>
          <a:p>
            <a:r>
              <a:rPr lang="en-US" dirty="0"/>
              <a:t>Define a class named Person.</a:t>
            </a:r>
          </a:p>
          <a:p>
            <a:r>
              <a:rPr lang="en-US" dirty="0"/>
              <a:t>The class should have a </a:t>
            </a:r>
            <a:r>
              <a:rPr lang="en-US" b="1" dirty="0"/>
              <a:t>constructor (__</a:t>
            </a:r>
            <a:r>
              <a:rPr lang="en-US" b="1" dirty="0" err="1"/>
              <a:t>init</a:t>
            </a:r>
            <a:r>
              <a:rPr lang="en-US" b="1" dirty="0"/>
              <a:t>__)</a:t>
            </a:r>
            <a:r>
              <a:rPr lang="en-US" dirty="0"/>
              <a:t> with default parameters (e.g., name=None, age=None).</a:t>
            </a:r>
          </a:p>
          <a:p>
            <a:r>
              <a:rPr lang="en-US" dirty="0"/>
              <a:t>Inside the constructor:</a:t>
            </a:r>
          </a:p>
          <a:p>
            <a:pPr lvl="1"/>
            <a:r>
              <a:rPr lang="en-US" dirty="0"/>
              <a:t>If both name and age are provided, display both values.</a:t>
            </a:r>
          </a:p>
          <a:p>
            <a:pPr lvl="1"/>
            <a:r>
              <a:rPr lang="en-US" dirty="0"/>
              <a:t>If only name is provided, display the name only.</a:t>
            </a:r>
          </a:p>
          <a:p>
            <a:pPr lvl="1"/>
            <a:r>
              <a:rPr lang="en-US" dirty="0"/>
              <a:t>If no data is provided, display a message like "No data provided".</a:t>
            </a:r>
          </a:p>
          <a:p>
            <a:r>
              <a:rPr lang="en-US" dirty="0"/>
              <a:t>Create multiple objects to demonstrate each case.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90341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Activity-09</a:t>
            </a:r>
            <a:br>
              <a:rPr lang="en-US" dirty="0" smtClean="0"/>
            </a:br>
            <a:r>
              <a:rPr lang="en-US" dirty="0" smtClean="0"/>
              <a:t>Sample Output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Name: </a:t>
            </a:r>
            <a:r>
              <a:rPr lang="en-US" sz="2800" dirty="0" smtClean="0"/>
              <a:t>Asif </a:t>
            </a:r>
            <a:r>
              <a:rPr lang="en-US" sz="2800" dirty="0" err="1" smtClean="0"/>
              <a:t>Daharki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Name: </a:t>
            </a:r>
            <a:r>
              <a:rPr lang="en-US" sz="2800" dirty="0" smtClean="0"/>
              <a:t>Ahmed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No data provided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4351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Activity-09</a:t>
            </a:r>
            <a:br>
              <a:rPr lang="en-US" dirty="0" smtClean="0"/>
            </a:br>
            <a:r>
              <a:rPr lang="en-US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800" dirty="0"/>
              <a:t>class Student:    </a:t>
            </a:r>
            <a:r>
              <a:rPr lang="en-US" sz="2800" dirty="0" err="1"/>
              <a:t>def</a:t>
            </a:r>
            <a:r>
              <a:rPr lang="en-US" sz="2800" dirty="0"/>
              <a:t> __</a:t>
            </a:r>
            <a:r>
              <a:rPr lang="en-US" sz="2800" dirty="0" err="1"/>
              <a:t>init</a:t>
            </a:r>
            <a:r>
              <a:rPr lang="en-US" sz="2800" dirty="0"/>
              <a:t>__(</a:t>
            </a:r>
            <a:r>
              <a:rPr lang="en-US" sz="2800" dirty="0" err="1"/>
              <a:t>self,name</a:t>
            </a:r>
            <a:r>
              <a:rPr lang="en-US" sz="2800" dirty="0"/>
              <a:t>=</a:t>
            </a:r>
            <a:r>
              <a:rPr lang="en-US" sz="2800" dirty="0" err="1"/>
              <a:t>None,city</a:t>
            </a:r>
            <a:r>
              <a:rPr lang="en-US" sz="2800" dirty="0"/>
              <a:t>=None):        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 smtClean="0"/>
              <a:t>if </a:t>
            </a:r>
            <a:r>
              <a:rPr lang="en-US" sz="2800" dirty="0"/>
              <a:t>name and city:            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 smtClean="0"/>
              <a:t>	print(name</a:t>
            </a:r>
            <a:r>
              <a:rPr lang="en-US" sz="2800" dirty="0"/>
              <a:t>)            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 smtClean="0"/>
              <a:t>	print(city</a:t>
            </a:r>
            <a:r>
              <a:rPr lang="en-US" sz="2800" dirty="0"/>
              <a:t>)        </a:t>
            </a:r>
          </a:p>
          <a:p>
            <a:pPr marL="0" indent="0">
              <a:buNone/>
            </a:pPr>
            <a:r>
              <a:rPr lang="en-US" sz="2800" dirty="0" smtClean="0"/>
              <a:t>	</a:t>
            </a:r>
            <a:r>
              <a:rPr lang="en-US" sz="2800" dirty="0" err="1" smtClean="0"/>
              <a:t>elif</a:t>
            </a:r>
            <a:r>
              <a:rPr lang="en-US" sz="2800" dirty="0" smtClean="0"/>
              <a:t> </a:t>
            </a:r>
            <a:r>
              <a:rPr lang="en-US" sz="2800" dirty="0"/>
              <a:t>name:            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 smtClean="0"/>
              <a:t>	print(name</a:t>
            </a:r>
            <a:r>
              <a:rPr lang="en-US" sz="2800" dirty="0"/>
              <a:t>)        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 smtClean="0"/>
              <a:t>else</a:t>
            </a:r>
            <a:r>
              <a:rPr lang="en-US" sz="2800" dirty="0"/>
              <a:t>:            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 smtClean="0"/>
              <a:t>	print</a:t>
            </a:r>
            <a:r>
              <a:rPr lang="en-US" sz="2800" dirty="0"/>
              <a:t>("Not valid</a:t>
            </a:r>
            <a:r>
              <a:rPr lang="en-US" sz="2800" dirty="0" smtClean="0"/>
              <a:t>")</a:t>
            </a:r>
          </a:p>
          <a:p>
            <a:pPr marL="0" indent="0">
              <a:buNone/>
            </a:pPr>
            <a:r>
              <a:rPr lang="en-US" sz="2800" dirty="0" smtClean="0"/>
              <a:t>s </a:t>
            </a:r>
            <a:r>
              <a:rPr lang="en-US" sz="2800" dirty="0"/>
              <a:t>= Student("Asif","</a:t>
            </a:r>
            <a:r>
              <a:rPr lang="en-US" sz="2800" dirty="0" err="1"/>
              <a:t>Daharki</a:t>
            </a:r>
            <a:r>
              <a:rPr lang="en-US" sz="2800" dirty="0" smtClean="0"/>
              <a:t>")</a:t>
            </a:r>
          </a:p>
          <a:p>
            <a:pPr marL="0" indent="0">
              <a:buNone/>
            </a:pPr>
            <a:r>
              <a:rPr lang="en-US" sz="2800" dirty="0" smtClean="0"/>
              <a:t>s1 </a:t>
            </a:r>
            <a:r>
              <a:rPr lang="en-US" sz="2800" dirty="0"/>
              <a:t>= Student("Ahmed</a:t>
            </a:r>
            <a:r>
              <a:rPr lang="en-US" sz="2800" dirty="0" smtClean="0"/>
              <a:t>")</a:t>
            </a:r>
          </a:p>
          <a:p>
            <a:pPr marL="0" indent="0">
              <a:buNone/>
            </a:pPr>
            <a:r>
              <a:rPr lang="en-US" sz="2800" dirty="0" smtClean="0"/>
              <a:t>s2 </a:t>
            </a:r>
            <a:r>
              <a:rPr lang="en-US" sz="2800" dirty="0"/>
              <a:t>= Student()</a:t>
            </a:r>
          </a:p>
        </p:txBody>
      </p:sp>
    </p:spTree>
    <p:extLst>
      <p:ext uri="{BB962C8B-B14F-4D97-AF65-F5344CB8AC3E}">
        <p14:creationId xmlns:p14="http://schemas.microsoft.com/office/powerpoint/2010/main" val="842579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Task-01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base class Animal with a method speak().</a:t>
            </a:r>
          </a:p>
          <a:p>
            <a:r>
              <a:rPr lang="en-US" dirty="0"/>
              <a:t>Create subclasses Dog and Cat that override speak() differently.</a:t>
            </a:r>
          </a:p>
          <a:p>
            <a:r>
              <a:rPr lang="en-US" dirty="0"/>
              <a:t>Create a list of animal objects and call speak() using a loop to show polymorphism.</a:t>
            </a:r>
          </a:p>
          <a:p>
            <a:pPr marL="0" indent="0">
              <a:buNone/>
            </a:pPr>
            <a:r>
              <a:rPr lang="en-US" dirty="0" smtClean="0"/>
              <a:t>Sample Output:</a:t>
            </a:r>
          </a:p>
          <a:p>
            <a:pPr marL="0" indent="0">
              <a:buNone/>
            </a:pPr>
            <a:r>
              <a:rPr lang="en-US" dirty="0"/>
              <a:t>Dog barks  </a:t>
            </a:r>
          </a:p>
          <a:p>
            <a:pPr marL="0" indent="0">
              <a:buNone/>
            </a:pPr>
            <a:r>
              <a:rPr lang="en-US" dirty="0"/>
              <a:t>Cat meows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753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Task-02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class Vehicle with a method </a:t>
            </a:r>
            <a:r>
              <a:rPr lang="en-US" dirty="0" err="1"/>
              <a:t>show_type</a:t>
            </a:r>
            <a:r>
              <a:rPr lang="en-US" dirty="0"/>
              <a:t>().</a:t>
            </a:r>
          </a:p>
          <a:p>
            <a:r>
              <a:rPr lang="en-US" dirty="0"/>
              <a:t>Create a subclass Car that overrides </a:t>
            </a:r>
            <a:r>
              <a:rPr lang="en-US" dirty="0" err="1"/>
              <a:t>show_type</a:t>
            </a:r>
            <a:r>
              <a:rPr lang="en-US" dirty="0"/>
              <a:t>().</a:t>
            </a:r>
          </a:p>
          <a:p>
            <a:r>
              <a:rPr lang="en-US" dirty="0"/>
              <a:t>Create another subclass </a:t>
            </a:r>
            <a:r>
              <a:rPr lang="en-US" dirty="0" err="1"/>
              <a:t>ElectricCar</a:t>
            </a:r>
            <a:r>
              <a:rPr lang="en-US" dirty="0"/>
              <a:t> that further overrides the same method.</a:t>
            </a:r>
          </a:p>
          <a:p>
            <a:r>
              <a:rPr lang="en-US" dirty="0"/>
              <a:t>Create objects of all three classes and call </a:t>
            </a:r>
            <a:r>
              <a:rPr lang="en-US" dirty="0" err="1"/>
              <a:t>show_type</a:t>
            </a:r>
            <a:r>
              <a:rPr lang="en-US" dirty="0" smtClean="0"/>
              <a:t>().</a:t>
            </a:r>
          </a:p>
          <a:p>
            <a:pPr marL="0" indent="0">
              <a:buNone/>
            </a:pPr>
            <a:r>
              <a:rPr lang="en-US" dirty="0" smtClean="0"/>
              <a:t>Sample Output:</a:t>
            </a:r>
          </a:p>
          <a:p>
            <a:pPr marL="0" indent="0">
              <a:buNone/>
            </a:pPr>
            <a:r>
              <a:rPr lang="en-US" dirty="0"/>
              <a:t>This is a vehicle  </a:t>
            </a:r>
          </a:p>
          <a:p>
            <a:pPr marL="0" indent="0">
              <a:buNone/>
            </a:pPr>
            <a:r>
              <a:rPr lang="en-US" dirty="0"/>
              <a:t>This is a car  </a:t>
            </a:r>
          </a:p>
          <a:p>
            <a:pPr marL="0" indent="0">
              <a:buNone/>
            </a:pPr>
            <a:r>
              <a:rPr lang="en-US" dirty="0"/>
              <a:t>This is an electric car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2708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2580</TotalTime>
  <Words>357</Words>
  <Application>Microsoft Office PowerPoint</Application>
  <PresentationFormat>Custom</PresentationFormat>
  <Paragraphs>68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Wisp</vt:lpstr>
      <vt:lpstr>Week-05 Introduction to Object-Oriented Programming (OOP)  </vt:lpstr>
      <vt:lpstr>Task-01 </vt:lpstr>
      <vt:lpstr>Task-02 </vt:lpstr>
      <vt:lpstr>Task-03 </vt:lpstr>
      <vt:lpstr>Task-04 </vt:lpstr>
      <vt:lpstr>Task-05 </vt:lpstr>
      <vt:lpstr>Task-06 </vt:lpstr>
      <vt:lpstr>Task-07 </vt:lpstr>
      <vt:lpstr>Task-08 </vt:lpstr>
      <vt:lpstr>Activity-09</vt:lpstr>
      <vt:lpstr>Activity-09 Sample Output</vt:lpstr>
      <vt:lpstr>Activity-09 Solution</vt:lpstr>
      <vt:lpstr>Task-01</vt:lpstr>
      <vt:lpstr>Task-02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Amit</dc:creator>
  <cp:lastModifiedBy>Asad Computers</cp:lastModifiedBy>
  <cp:revision>90</cp:revision>
  <dcterms:created xsi:type="dcterms:W3CDTF">2022-06-01T19:31:04Z</dcterms:created>
  <dcterms:modified xsi:type="dcterms:W3CDTF">2025-10-31T11:54:11Z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2022-06-01T00:00:00Z</vt:filetime>
  </property>
</Properties>
</file>