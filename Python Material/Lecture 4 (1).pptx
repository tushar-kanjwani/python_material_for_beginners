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9a81759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9a81759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9a81759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9a81759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29a81759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29a81759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29a81759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29a81759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29a81759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29a81759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29a81759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29a81759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29a81759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29a81759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29a81759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29a81759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29a81759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29a81759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29a81759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29a81759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9a81759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9a81759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9a81759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29a81759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29a81759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29a81759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29a81759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29a81759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29a81759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29a81759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E6B8AF"/>
                </a:highlight>
              </a:rPr>
              <a:t>Lecture 4</a:t>
            </a:r>
            <a:endParaRPr>
              <a:highlight>
                <a:srgbClr val="E6B8AF"/>
              </a:highlight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 Input, Output, and String Formatting  </a:t>
            </a:r>
            <a:endParaRPr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Outcomes: 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Gain a deeper understanding of user input and output in Python.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Learn advanced string formatting techniques. - Build a basic Python program using multiple inputs and outputs.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1a. Correct Variable Naming in Python: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Variable names must start with a letter or an underscore (_), but not a number.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Variable names can only contain alphanumeric characters (A-Z, a-z, 0-9) and underscores (_).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Variable names are case-sensitive (e.g., age and Age are different variables).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• Variable names should be descriptive and concise, avoiding abbreviations where clarity might be lost.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• Avoid using Python keywords like if, else, for, class, etc., as variable names.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0" l="0" r="0" t="6716"/>
          <a:stretch/>
        </p:blipFill>
        <p:spPr>
          <a:xfrm>
            <a:off x="2160100" y="1964650"/>
            <a:ext cx="4823825" cy="21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Basic Input and Output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Review the `input()` and `print()` functions for user interaction.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Python program that asks the user for their name and age, then displays the message using `print()`.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7775" y="2571738"/>
            <a:ext cx="3943350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String Concatenation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Practice combining strings using concatenation.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Python program that accepts a favorite color and food from the user and combines them in a sentence.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800" y="2571750"/>
            <a:ext cx="681037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String Formatting Using f-Strings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Learn how to format strings using f-strings for cleaner code and output.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Python program that accepts name, age, and hobby, and formats them in a message using f-strings.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188" y="2571738"/>
            <a:ext cx="5724525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Advanced Input and Output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Learn to take multiple inputs and format them in a structured output.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program that asks for the user's name, profession, and a fun fact, then prints them in a multi-line format.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025" y="2571738"/>
            <a:ext cx="69532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String Formatting with the `format()` Method 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Learn how to use the `format()` method for string formatting.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program that asks for the user's favorite movie and city, then prints a formatted message using `format()`.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350" y="2698488"/>
            <a:ext cx="715327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Different Data Types in Input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Learn to handle different data types (integers, floats, strings) when accepting input.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program that asks for a person's height (float) and weight (float) and calculates their Body Mass Index (BMI).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6025" y="2937750"/>
            <a:ext cx="417195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String Methods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Explore string methods like `upper()`, `lower()`, and `title()` to manipulate input.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program that takes a sentence from the user and prints it in uppercase, lowercase, and title case.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825" y="2571750"/>
            <a:ext cx="626745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Input Validation and Error Handling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Implement input validation and error handling in Python to prevent invalid inputs.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program that asks for a user's age and ensures that the input is a valid integer. If it's not, display an error message and ask for the input again.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000" y="2688125"/>
            <a:ext cx="497205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Multi-line Input and Output 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Learn how to handle multi-line input and output.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Python program that accepts multiple lines of text from the user (e.g., a short story) and prints it back in a formatted structure.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63" y="2571738"/>
            <a:ext cx="766762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Combining Input from Multiple Sources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Practice accepting input from multiple sources and combining it into one output.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program that asks for the user's first name, last name, and age, and combines the inputs into a structured message.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875" y="2498463"/>
            <a:ext cx="451485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Special Characters in Input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Learn how to handle special characters in user input (such as quotes, slashes, etc.).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program that asks for a quote from the user and prints it, ensuring proper formatting of special characters.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975" y="3073900"/>
            <a:ext cx="525479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Looping Through User Input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Practice using loops to iterate through user input.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Write a Python program that asks the user to enter five hobbies, stores them in a list, and prints the list after each input.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1263" y="2742375"/>
            <a:ext cx="463867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