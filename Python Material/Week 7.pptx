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Introduction to Data Visualization and Data Manipulation with Pandas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Understand how to create charts using Matplotlib.</a:t>
            </a:r>
          </a:p>
          <a:p>
            <a:r>
              <a:t>Learn to create line, bar, and pie charts.</a:t>
            </a:r>
          </a:p>
          <a:p>
            <a:r>
              <a:t>Customize charts with labels, titles, legends, and styles.</a:t>
            </a:r>
          </a:p>
          <a:p>
            <a:r>
              <a:t>Apply visualization techniques to real-world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Matplotlib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Matplotlib is a powerful Python library used for data visualization.</a:t>
            </a:r>
          </a:p>
          <a:p>
            <a:r>
              <a:t>It helps in creating static, animated, and interactive plots.</a:t>
            </a:r>
          </a:p>
          <a:p>
            <a:r>
              <a:t>Main module used: pyplot.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plot()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Used to create line charts in Matplotlib.</a:t>
            </a:r>
          </a:p>
          <a:p>
            <a:r>
              <a:t>Displays data as a continuous line connecting data points.</a:t>
            </a:r>
          </a:p>
          <a:p>
            <a:r>
              <a:t>Can be customized with colors, labels, and titles.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bar()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Used to create bar charts.</a:t>
            </a:r>
          </a:p>
          <a:p>
            <a:r>
              <a:t>Represents categorical data with rectangular bars.</a:t>
            </a:r>
          </a:p>
          <a:p>
            <a:r>
              <a:t>Helps compare quantities across categories.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xlabel() and ylabel()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xlabel(): Adds a label to the x-axis.</a:t>
            </a:r>
          </a:p>
          <a:p>
            <a:r>
              <a:t>ylabel(): Adds a label to the y-axis.</a:t>
            </a:r>
          </a:p>
          <a:p>
            <a:r>
              <a:t>Used to describe what each axis represents.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title()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Adds a title to the chart.</a:t>
            </a:r>
          </a:p>
          <a:p>
            <a:r>
              <a:t>Helps the viewer understand the chart’s purpose.</a:t>
            </a:r>
          </a:p>
          <a:p>
            <a:r>
              <a:t>Often includes key variables or metrics.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legend()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Displays a legend to identify plotted data series.</a:t>
            </a:r>
          </a:p>
          <a:p>
            <a:r>
              <a:t>Essential when multiple lines or bars are displayed on one chart.</a:t>
            </a:r>
          </a:p>
          <a:p>
            <a:r>
              <a:t>Added using plt.legend().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pie()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Used to create pie charts representing proportions of a whole.</a:t>
            </a:r>
          </a:p>
          <a:p>
            <a:r>
              <a:t>Each wedge corresponds to a category’s contribution.</a:t>
            </a:r>
          </a:p>
          <a:p>
            <a:r>
              <a:t>Useful for percentage-based visualizations.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grid()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Adds grid lines to the chart for better readability.</a:t>
            </a:r>
          </a:p>
          <a:p>
            <a:r>
              <a:t>Can be turned on or off and customized in style.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figure()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Creates a new figure for plotting.</a:t>
            </a:r>
          </a:p>
          <a:p>
            <a:r>
              <a:t>figure(figsize=(width, height)) adjusts the chart’s size.</a:t>
            </a:r>
          </a:p>
          <a:p>
            <a:r>
              <a:t>Useful for better layout control.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annotate()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Adds notes or highlights specific data points on a chart.</a:t>
            </a:r>
          </a:p>
          <a:p>
            <a:r>
              <a:t>Includes arrows or text for emphasis.</a:t>
            </a:r>
          </a:p>
          <a:p>
            <a:r>
              <a:t>Useful for presentations or reports.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Pandas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Pandas is a Python library for data manipulation and analysis.</a:t>
            </a:r>
          </a:p>
          <a:p>
            <a:r>
              <a:t>It provides data structures like Series and DataFrame.</a:t>
            </a:r>
          </a:p>
          <a:p>
            <a:r>
              <a:t>Ideal for handling structured data efficiently.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DataFrame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 two-dimensional labeled data structure in Pandas.</a:t>
            </a:r>
          </a:p>
          <a:p>
            <a:r>
              <a:t>Similar to a table or spreadsheet.</a:t>
            </a:r>
          </a:p>
          <a:p>
            <a:r>
              <a:t>Supports operations like sorting, filtering, and grouping.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head()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Displays the first few rows of a DataFrame.</a:t>
            </a:r>
          </a:p>
          <a:p>
            <a:r>
              <a:t>Useful for quickly checking the structure of your data.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to_csv() and read_csv()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to_csv(): Exports a DataFrame to a CSV file.</a:t>
            </a:r>
          </a:p>
          <a:p>
            <a:r>
              <a:t>read_csv(): Reads a CSV file into a DataFrame.</a:t>
            </a:r>
          </a:p>
          <a:p>
            <a:r>
              <a:t>Commonly used for importing and exporting data.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sort_values()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Sorts the DataFrame by one or more columns.</a:t>
            </a:r>
          </a:p>
          <a:p>
            <a:r>
              <a:t>Can be sorted in ascending or descending order.</a:t>
            </a:r>
          </a:p>
          <a:p>
            <a:r>
              <a:t>Used to organize data for analysis.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filtering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Allows selection of specific rows based on conditions.</a:t>
            </a:r>
          </a:p>
          <a:p>
            <a:r>
              <a:t>Example: selecting all rows where Status = 'Pending'.</a:t>
            </a:r>
          </a:p>
          <a:p>
            <a:r>
              <a:t>Simplifies data exploration and cleaning.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groupby()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Groups data based on one or more columns.</a:t>
            </a:r>
          </a:p>
          <a:p>
            <a:r>
              <a:t>Used to perform aggregate functions like count, mean, or sum.</a:t>
            </a:r>
          </a:p>
          <a:p>
            <a:r>
              <a:t>Helps summarize large datasets.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fillna()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Fills missing values in the DataFrame.</a:t>
            </a:r>
          </a:p>
          <a:p>
            <a:r>
              <a:t>Prevents errors during data analysis.</a:t>
            </a:r>
          </a:p>
          <a:p>
            <a:r>
              <a:t>Can replace missing data with specified values.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describe()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Generates summary statistics of numeric columns.</a:t>
            </a:r>
          </a:p>
          <a:p>
            <a:r>
              <a:t>Includes mean, median, min, max, and standard deviation.</a:t>
            </a:r>
          </a:p>
          <a:p>
            <a:r>
              <a:t>Quick overview of data distribution.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rename()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Used to rename columns or indexes of a DataFrame.</a:t>
            </a:r>
          </a:p>
          <a:p>
            <a:r>
              <a:t>Improves readability and consistency in naming.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merge()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Combines two DataFrames based on a common column.</a:t>
            </a:r>
          </a:p>
          <a:p>
            <a:r>
              <a:t>Similar to SQL joins (inner, left, right, outer).</a:t>
            </a:r>
          </a:p>
          <a:p>
            <a:r>
              <a:t>Essential for combining related datasets.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pivot_table()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Creates a summary table showing relationships between variables.</a:t>
            </a:r>
          </a:p>
          <a:p>
            <a:r>
              <a:t>Allows aggregation and data summarization.</a:t>
            </a:r>
          </a:p>
          <a:p>
            <a:r>
              <a:t>Useful for reporting and insights.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apply()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Applies a custom function to each element or column.</a:t>
            </a:r>
          </a:p>
          <a:p>
            <a:r>
              <a:t>Used for complex data transformations.</a:t>
            </a:r>
          </a:p>
          <a:p>
            <a:r>
              <a:t>Highly flexible and powerful for cleaning data.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reset_index()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Resets the index of a DataFrame after filtering or grouping.</a:t>
            </a:r>
          </a:p>
          <a:p>
            <a:r>
              <a:t>Ensures the DataFrame index remains sequential.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Matplotlib and Pandas are essential tools for data analysis and visualization.</a:t>
            </a:r>
          </a:p>
          <a:p>
            <a:r>
              <a:t>Matplotlib focuses on chart creation and customization.</a:t>
            </a:r>
          </a:p>
          <a:p>
            <a:r>
              <a:t>Pandas enables efficient data manipulation and exploration.</a:t>
            </a:r>
          </a:p>
          <a:p>
            <a:r>
              <a:t>Together, they form the foundation for Python-based data science.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753</Words>
  <Application>Microsoft Office PowerPoint</Application>
  <PresentationFormat>On-screen Show (4:3)</PresentationFormat>
  <Paragraphs>129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Introduction to Data Visualization and Data Manipulation with Pandas</vt:lpstr>
      <vt:lpstr>Learning Outcomes</vt:lpstr>
      <vt:lpstr>Matplotlib Overview</vt:lpstr>
      <vt:lpstr>plot() Method</vt:lpstr>
      <vt:lpstr>bar() Method</vt:lpstr>
      <vt:lpstr>xlabel() and ylabel()</vt:lpstr>
      <vt:lpstr>title() Method</vt:lpstr>
      <vt:lpstr>legend() Method</vt:lpstr>
      <vt:lpstr>pie() Method</vt:lpstr>
      <vt:lpstr>grid() Method</vt:lpstr>
      <vt:lpstr>figure() Method</vt:lpstr>
      <vt:lpstr>annotate() Method</vt:lpstr>
      <vt:lpstr>Introduction to Pandas</vt:lpstr>
      <vt:lpstr>DataFrame</vt:lpstr>
      <vt:lpstr>head() Method</vt:lpstr>
      <vt:lpstr>to_csv() and read_csv()</vt:lpstr>
      <vt:lpstr>sort_values() Method</vt:lpstr>
      <vt:lpstr>filtering Data</vt:lpstr>
      <vt:lpstr>groupby() Method</vt:lpstr>
      <vt:lpstr>fillna() Method</vt:lpstr>
      <vt:lpstr>describe() Method</vt:lpstr>
      <vt:lpstr>rename() Method</vt:lpstr>
      <vt:lpstr>merge() Method</vt:lpstr>
      <vt:lpstr>pivot_table() Method</vt:lpstr>
      <vt:lpstr>apply() Method</vt:lpstr>
      <vt:lpstr>reset_index() Method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Data Visualization and Data Manipulation with Pandas</dc:title>
  <dc:subject/>
  <dc:creator>Shoeta Mahesh</dc:creator>
  <cp:keywords/>
  <dc:description>generated using python-pptx</dc:description>
  <cp:lastModifiedBy>Shoeta Mahesh</cp:lastModifiedBy>
  <cp:revision>2</cp:revision>
  <dcterms:created xsi:type="dcterms:W3CDTF">2013-01-27T09:14:16Z</dcterms:created>
  <dcterms:modified xsi:type="dcterms:W3CDTF">2025-11-07T07:38:34Z</dcterms:modified>
  <cp:category/>
</cp:coreProperties>
</file>