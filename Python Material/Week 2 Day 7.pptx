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12736B-7C17-494F-9A5B-8C54ABF0E146}" v="25" dt="2025-09-30T11:45:31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jeel afridi" userId="e9f78e3e1b01fad3" providerId="LiveId" clId="{F662E20C-EFD3-409E-9879-72D3A9CC0515}"/>
    <pc:docChg chg="custSel addSld delSld modSld">
      <pc:chgData name="sharjeel afridi" userId="e9f78e3e1b01fad3" providerId="LiveId" clId="{F662E20C-EFD3-409E-9879-72D3A9CC0515}" dt="2025-09-30T11:46:33.399" v="152" actId="680"/>
      <pc:docMkLst>
        <pc:docMk/>
      </pc:docMkLst>
      <pc:sldChg chg="del">
        <pc:chgData name="sharjeel afridi" userId="e9f78e3e1b01fad3" providerId="LiveId" clId="{F662E20C-EFD3-409E-9879-72D3A9CC0515}" dt="2025-09-30T11:46:25.667" v="151" actId="47"/>
        <pc:sldMkLst>
          <pc:docMk/>
          <pc:sldMk cId="3301315294" sldId="260"/>
        </pc:sldMkLst>
      </pc:sldChg>
      <pc:sldChg chg="modSp mod">
        <pc:chgData name="sharjeel afridi" userId="e9f78e3e1b01fad3" providerId="LiveId" clId="{F662E20C-EFD3-409E-9879-72D3A9CC0515}" dt="2025-09-30T11:45:52.291" v="150" actId="207"/>
        <pc:sldMkLst>
          <pc:docMk/>
          <pc:sldMk cId="3517737087" sldId="274"/>
        </pc:sldMkLst>
        <pc:spChg chg="mod">
          <ac:chgData name="sharjeel afridi" userId="e9f78e3e1b01fad3" providerId="LiveId" clId="{F662E20C-EFD3-409E-9879-72D3A9CC0515}" dt="2025-09-30T11:45:52.291" v="150" actId="207"/>
          <ac:spMkLst>
            <pc:docMk/>
            <pc:sldMk cId="3517737087" sldId="274"/>
            <ac:spMk id="3" creationId="{998C1D42-6277-368B-50B6-9C680C368066}"/>
          </ac:spMkLst>
        </pc:spChg>
      </pc:sldChg>
      <pc:sldChg chg="addSp modSp mod">
        <pc:chgData name="sharjeel afridi" userId="e9f78e3e1b01fad3" providerId="LiveId" clId="{F662E20C-EFD3-409E-9879-72D3A9CC0515}" dt="2025-09-30T11:29:34.611" v="29" actId="1076"/>
        <pc:sldMkLst>
          <pc:docMk/>
          <pc:sldMk cId="577108923" sldId="278"/>
        </pc:sldMkLst>
        <pc:spChg chg="mod">
          <ac:chgData name="sharjeel afridi" userId="e9f78e3e1b01fad3" providerId="LiveId" clId="{F662E20C-EFD3-409E-9879-72D3A9CC0515}" dt="2025-09-30T11:29:17.994" v="23" actId="14100"/>
          <ac:spMkLst>
            <pc:docMk/>
            <pc:sldMk cId="577108923" sldId="278"/>
            <ac:spMk id="3" creationId="{91AE6553-AB0A-B8E3-380E-BF883402D0F1}"/>
          </ac:spMkLst>
        </pc:spChg>
        <pc:spChg chg="add">
          <ac:chgData name="sharjeel afridi" userId="e9f78e3e1b01fad3" providerId="LiveId" clId="{F662E20C-EFD3-409E-9879-72D3A9CC0515}" dt="2025-09-30T11:28:44.948" v="15"/>
          <ac:spMkLst>
            <pc:docMk/>
            <pc:sldMk cId="577108923" sldId="278"/>
            <ac:spMk id="4" creationId="{4600E3EB-0020-ADAE-CB2A-D957A6BB5FD4}"/>
          </ac:spMkLst>
        </pc:spChg>
        <pc:spChg chg="add">
          <ac:chgData name="sharjeel afridi" userId="e9f78e3e1b01fad3" providerId="LiveId" clId="{F662E20C-EFD3-409E-9879-72D3A9CC0515}" dt="2025-09-30T11:28:51.937" v="16"/>
          <ac:spMkLst>
            <pc:docMk/>
            <pc:sldMk cId="577108923" sldId="278"/>
            <ac:spMk id="5" creationId="{A040F7FA-74BF-5500-03C4-7B162B5734A7}"/>
          </ac:spMkLst>
        </pc:spChg>
        <pc:spChg chg="add mod">
          <ac:chgData name="sharjeel afridi" userId="e9f78e3e1b01fad3" providerId="LiveId" clId="{F662E20C-EFD3-409E-9879-72D3A9CC0515}" dt="2025-09-30T11:29:34.611" v="29" actId="1076"/>
          <ac:spMkLst>
            <pc:docMk/>
            <pc:sldMk cId="577108923" sldId="278"/>
            <ac:spMk id="6" creationId="{6DFEDB4B-3192-1CF9-E80D-1DC1C513329A}"/>
          </ac:spMkLst>
        </pc:spChg>
      </pc:sldChg>
      <pc:sldChg chg="modSp new mod">
        <pc:chgData name="sharjeel afridi" userId="e9f78e3e1b01fad3" providerId="LiveId" clId="{F662E20C-EFD3-409E-9879-72D3A9CC0515}" dt="2025-09-30T11:34:39.033" v="56" actId="5793"/>
        <pc:sldMkLst>
          <pc:docMk/>
          <pc:sldMk cId="1046451540" sldId="280"/>
        </pc:sldMkLst>
        <pc:spChg chg="mod">
          <ac:chgData name="sharjeel afridi" userId="e9f78e3e1b01fad3" providerId="LiveId" clId="{F662E20C-EFD3-409E-9879-72D3A9CC0515}" dt="2025-09-30T11:28:02.284" v="1"/>
          <ac:spMkLst>
            <pc:docMk/>
            <pc:sldMk cId="1046451540" sldId="280"/>
            <ac:spMk id="2" creationId="{D3A45ED1-4B01-F1DB-02A8-79309952F2AE}"/>
          </ac:spMkLst>
        </pc:spChg>
        <pc:spChg chg="mod">
          <ac:chgData name="sharjeel afridi" userId="e9f78e3e1b01fad3" providerId="LiveId" clId="{F662E20C-EFD3-409E-9879-72D3A9CC0515}" dt="2025-09-30T11:34:39.033" v="56" actId="5793"/>
          <ac:spMkLst>
            <pc:docMk/>
            <pc:sldMk cId="1046451540" sldId="280"/>
            <ac:spMk id="3" creationId="{43A41763-538C-2E76-E1E5-01E35E49E388}"/>
          </ac:spMkLst>
        </pc:spChg>
      </pc:sldChg>
      <pc:sldChg chg="addSp delSp modSp add mod">
        <pc:chgData name="sharjeel afridi" userId="e9f78e3e1b01fad3" providerId="LiveId" clId="{F662E20C-EFD3-409E-9879-72D3A9CC0515}" dt="2025-09-30T11:35:24.144" v="62" actId="207"/>
        <pc:sldMkLst>
          <pc:docMk/>
          <pc:sldMk cId="517491882" sldId="281"/>
        </pc:sldMkLst>
        <pc:spChg chg="del">
          <ac:chgData name="sharjeel afridi" userId="e9f78e3e1b01fad3" providerId="LiveId" clId="{F662E20C-EFD3-409E-9879-72D3A9CC0515}" dt="2025-09-30T11:35:01.632" v="58" actId="478"/>
          <ac:spMkLst>
            <pc:docMk/>
            <pc:sldMk cId="517491882" sldId="281"/>
            <ac:spMk id="3" creationId="{7F2C098A-78C8-04B8-C7CB-833FB3038B75}"/>
          </ac:spMkLst>
        </pc:spChg>
        <pc:spChg chg="add mod">
          <ac:chgData name="sharjeel afridi" userId="e9f78e3e1b01fad3" providerId="LiveId" clId="{F662E20C-EFD3-409E-9879-72D3A9CC0515}" dt="2025-09-30T11:35:24.144" v="62" actId="207"/>
          <ac:spMkLst>
            <pc:docMk/>
            <pc:sldMk cId="517491882" sldId="281"/>
            <ac:spMk id="5" creationId="{6B55220D-ECD8-0507-3C71-C3CCA12E74B9}"/>
          </ac:spMkLst>
        </pc:spChg>
      </pc:sldChg>
      <pc:sldChg chg="modSp new mod">
        <pc:chgData name="sharjeel afridi" userId="e9f78e3e1b01fad3" providerId="LiveId" clId="{F662E20C-EFD3-409E-9879-72D3A9CC0515}" dt="2025-09-30T11:37:41.399" v="123" actId="207"/>
        <pc:sldMkLst>
          <pc:docMk/>
          <pc:sldMk cId="498044258" sldId="282"/>
        </pc:sldMkLst>
        <pc:spChg chg="mod">
          <ac:chgData name="sharjeel afridi" userId="e9f78e3e1b01fad3" providerId="LiveId" clId="{F662E20C-EFD3-409E-9879-72D3A9CC0515}" dt="2025-09-30T11:36:35.320" v="64"/>
          <ac:spMkLst>
            <pc:docMk/>
            <pc:sldMk cId="498044258" sldId="282"/>
            <ac:spMk id="2" creationId="{E396D5D8-A9CC-A727-B751-FCD5C7FFBBAC}"/>
          </ac:spMkLst>
        </pc:spChg>
        <pc:spChg chg="mod">
          <ac:chgData name="sharjeel afridi" userId="e9f78e3e1b01fad3" providerId="LiveId" clId="{F662E20C-EFD3-409E-9879-72D3A9CC0515}" dt="2025-09-30T11:37:41.399" v="123" actId="207"/>
          <ac:spMkLst>
            <pc:docMk/>
            <pc:sldMk cId="498044258" sldId="282"/>
            <ac:spMk id="3" creationId="{70E1D960-1972-0ADA-E982-55E7AF5A3269}"/>
          </ac:spMkLst>
        </pc:spChg>
      </pc:sldChg>
      <pc:sldChg chg="modSp add mod">
        <pc:chgData name="sharjeel afridi" userId="e9f78e3e1b01fad3" providerId="LiveId" clId="{F662E20C-EFD3-409E-9879-72D3A9CC0515}" dt="2025-09-30T11:42:08.403" v="132" actId="207"/>
        <pc:sldMkLst>
          <pc:docMk/>
          <pc:sldMk cId="3577877405" sldId="283"/>
        </pc:sldMkLst>
        <pc:spChg chg="mod">
          <ac:chgData name="sharjeel afridi" userId="e9f78e3e1b01fad3" providerId="LiveId" clId="{F662E20C-EFD3-409E-9879-72D3A9CC0515}" dt="2025-09-30T11:42:08.403" v="132" actId="207"/>
          <ac:spMkLst>
            <pc:docMk/>
            <pc:sldMk cId="3577877405" sldId="283"/>
            <ac:spMk id="3" creationId="{734ED80D-AB1B-A496-6D58-9E537D99AD31}"/>
          </ac:spMkLst>
        </pc:spChg>
      </pc:sldChg>
      <pc:sldChg chg="new">
        <pc:chgData name="sharjeel afridi" userId="e9f78e3e1b01fad3" providerId="LiveId" clId="{F662E20C-EFD3-409E-9879-72D3A9CC0515}" dt="2025-09-30T11:46:33.399" v="152" actId="680"/>
        <pc:sldMkLst>
          <pc:docMk/>
          <pc:sldMk cId="1961199406" sldId="28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40134B-E9A8-445F-BACB-71416E6029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FDBBCFD-3674-445C-BDA7-F76A34BA4092}">
      <dgm:prSet/>
      <dgm:spPr/>
      <dgm:t>
        <a:bodyPr/>
        <a:lstStyle/>
        <a:p>
          <a:r>
            <a:rPr lang="en-US" b="1"/>
            <a:t>Conditional Statements and loops</a:t>
          </a:r>
          <a:endParaRPr lang="en-US"/>
        </a:p>
      </dgm:t>
    </dgm:pt>
    <dgm:pt modelId="{68BD8B94-F335-41C3-B158-C7E6994D11D3}" type="parTrans" cxnId="{EDE6B5FF-285F-4FE7-83FC-506BCE971E1F}">
      <dgm:prSet/>
      <dgm:spPr/>
      <dgm:t>
        <a:bodyPr/>
        <a:lstStyle/>
        <a:p>
          <a:endParaRPr lang="en-US"/>
        </a:p>
      </dgm:t>
    </dgm:pt>
    <dgm:pt modelId="{E4B56645-5530-453A-9479-4A16E4DFBCEB}" type="sibTrans" cxnId="{EDE6B5FF-285F-4FE7-83FC-506BCE971E1F}">
      <dgm:prSet/>
      <dgm:spPr/>
      <dgm:t>
        <a:bodyPr/>
        <a:lstStyle/>
        <a:p>
          <a:endParaRPr lang="en-US"/>
        </a:p>
      </dgm:t>
    </dgm:pt>
    <dgm:pt modelId="{C60BA490-CF9B-4BBC-BE76-726D0DA7774A}">
      <dgm:prSet/>
      <dgm:spPr/>
      <dgm:t>
        <a:bodyPr/>
        <a:lstStyle/>
        <a:p>
          <a:r>
            <a:rPr lang="en-US"/>
            <a:t>If Statement</a:t>
          </a:r>
        </a:p>
      </dgm:t>
    </dgm:pt>
    <dgm:pt modelId="{B7A0A837-28C4-42C2-9F49-EE1704743CC9}" type="parTrans" cxnId="{BCCAB979-2C5F-42B5-95F7-03A67725644C}">
      <dgm:prSet/>
      <dgm:spPr/>
      <dgm:t>
        <a:bodyPr/>
        <a:lstStyle/>
        <a:p>
          <a:endParaRPr lang="en-US"/>
        </a:p>
      </dgm:t>
    </dgm:pt>
    <dgm:pt modelId="{35E9124E-EFA6-4287-89C9-EAE6D871E22B}" type="sibTrans" cxnId="{BCCAB979-2C5F-42B5-95F7-03A67725644C}">
      <dgm:prSet/>
      <dgm:spPr/>
      <dgm:t>
        <a:bodyPr/>
        <a:lstStyle/>
        <a:p>
          <a:endParaRPr lang="en-US"/>
        </a:p>
      </dgm:t>
    </dgm:pt>
    <dgm:pt modelId="{EAC068A2-6EA6-4FF3-909C-8CB853B20AD3}">
      <dgm:prSet/>
      <dgm:spPr/>
      <dgm:t>
        <a:bodyPr/>
        <a:lstStyle/>
        <a:p>
          <a:r>
            <a:rPr lang="en-US"/>
            <a:t>Elif Statement</a:t>
          </a:r>
        </a:p>
      </dgm:t>
    </dgm:pt>
    <dgm:pt modelId="{94D624FD-3F1E-4874-A2E0-FBA57174EAED}" type="parTrans" cxnId="{98BBBC55-C483-4B4A-BAA2-206563898C84}">
      <dgm:prSet/>
      <dgm:spPr/>
      <dgm:t>
        <a:bodyPr/>
        <a:lstStyle/>
        <a:p>
          <a:endParaRPr lang="en-US"/>
        </a:p>
      </dgm:t>
    </dgm:pt>
    <dgm:pt modelId="{9D0202BC-0217-42C5-B230-6AA74560DDD8}" type="sibTrans" cxnId="{98BBBC55-C483-4B4A-BAA2-206563898C84}">
      <dgm:prSet/>
      <dgm:spPr/>
      <dgm:t>
        <a:bodyPr/>
        <a:lstStyle/>
        <a:p>
          <a:endParaRPr lang="en-US"/>
        </a:p>
      </dgm:t>
    </dgm:pt>
    <dgm:pt modelId="{FCA0C08A-DBAA-4323-AFE0-176652AF62CB}">
      <dgm:prSet/>
      <dgm:spPr/>
      <dgm:t>
        <a:bodyPr/>
        <a:lstStyle/>
        <a:p>
          <a:r>
            <a:rPr lang="en-US"/>
            <a:t>Else Statment</a:t>
          </a:r>
        </a:p>
      </dgm:t>
    </dgm:pt>
    <dgm:pt modelId="{FD5D8E62-43AC-42FE-8526-62158E135BB5}" type="parTrans" cxnId="{EE3D5EFA-FC2D-4203-BA15-ABA577E3550B}">
      <dgm:prSet/>
      <dgm:spPr/>
      <dgm:t>
        <a:bodyPr/>
        <a:lstStyle/>
        <a:p>
          <a:endParaRPr lang="en-US"/>
        </a:p>
      </dgm:t>
    </dgm:pt>
    <dgm:pt modelId="{63D479CE-8740-4299-9AA7-11F2633E8A07}" type="sibTrans" cxnId="{EE3D5EFA-FC2D-4203-BA15-ABA577E3550B}">
      <dgm:prSet/>
      <dgm:spPr/>
      <dgm:t>
        <a:bodyPr/>
        <a:lstStyle/>
        <a:p>
          <a:endParaRPr lang="en-US"/>
        </a:p>
      </dgm:t>
    </dgm:pt>
    <dgm:pt modelId="{6E80F905-948A-4DBC-827E-728F52C52A62}">
      <dgm:prSet/>
      <dgm:spPr/>
      <dgm:t>
        <a:bodyPr/>
        <a:lstStyle/>
        <a:p>
          <a:r>
            <a:rPr lang="en-US"/>
            <a:t>For and While Loops</a:t>
          </a:r>
        </a:p>
      </dgm:t>
    </dgm:pt>
    <dgm:pt modelId="{42F8AAC6-F36B-426D-B9EF-89F5A375C201}" type="parTrans" cxnId="{DFD5FC4B-F502-43C2-AF32-39D05816D764}">
      <dgm:prSet/>
      <dgm:spPr/>
      <dgm:t>
        <a:bodyPr/>
        <a:lstStyle/>
        <a:p>
          <a:endParaRPr lang="en-US"/>
        </a:p>
      </dgm:t>
    </dgm:pt>
    <dgm:pt modelId="{E00AEF19-974D-4DEB-BE9A-77C863F19EC9}" type="sibTrans" cxnId="{DFD5FC4B-F502-43C2-AF32-39D05816D764}">
      <dgm:prSet/>
      <dgm:spPr/>
      <dgm:t>
        <a:bodyPr/>
        <a:lstStyle/>
        <a:p>
          <a:endParaRPr lang="en-US"/>
        </a:p>
      </dgm:t>
    </dgm:pt>
    <dgm:pt modelId="{71FFC949-01E6-4D27-B777-653984F25C35}" type="pres">
      <dgm:prSet presAssocID="{0640134B-E9A8-445F-BACB-71416E6029C0}" presName="linear" presStyleCnt="0">
        <dgm:presLayoutVars>
          <dgm:animLvl val="lvl"/>
          <dgm:resizeHandles val="exact"/>
        </dgm:presLayoutVars>
      </dgm:prSet>
      <dgm:spPr/>
    </dgm:pt>
    <dgm:pt modelId="{AD2258E9-44E5-4583-8EDF-FEA25AD3AEB0}" type="pres">
      <dgm:prSet presAssocID="{6FDBBCFD-3674-445C-BDA7-F76A34BA409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22B47F9-4F37-438A-B4AD-DA2489234DD7}" type="pres">
      <dgm:prSet presAssocID="{E4B56645-5530-453A-9479-4A16E4DFBCEB}" presName="spacer" presStyleCnt="0"/>
      <dgm:spPr/>
    </dgm:pt>
    <dgm:pt modelId="{443D7DFB-CEB4-4333-9F09-540B67E889F0}" type="pres">
      <dgm:prSet presAssocID="{C60BA490-CF9B-4BBC-BE76-726D0DA7774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A01D209-E945-4309-A774-EF1416B0DC9A}" type="pres">
      <dgm:prSet presAssocID="{35E9124E-EFA6-4287-89C9-EAE6D871E22B}" presName="spacer" presStyleCnt="0"/>
      <dgm:spPr/>
    </dgm:pt>
    <dgm:pt modelId="{BB5ADC73-D99B-42BD-BF95-DA9661BF1EA0}" type="pres">
      <dgm:prSet presAssocID="{EAC068A2-6EA6-4FF3-909C-8CB853B20AD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09E879C-88AA-4469-94F6-B6ACE0368C92}" type="pres">
      <dgm:prSet presAssocID="{9D0202BC-0217-42C5-B230-6AA74560DDD8}" presName="spacer" presStyleCnt="0"/>
      <dgm:spPr/>
    </dgm:pt>
    <dgm:pt modelId="{A81904E8-2329-420E-92B1-0DDA4A6B9C13}" type="pres">
      <dgm:prSet presAssocID="{FCA0C08A-DBAA-4323-AFE0-176652AF62C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673B555-F8AF-4402-AF0B-B2D031E2BB23}" type="pres">
      <dgm:prSet presAssocID="{63D479CE-8740-4299-9AA7-11F2633E8A07}" presName="spacer" presStyleCnt="0"/>
      <dgm:spPr/>
    </dgm:pt>
    <dgm:pt modelId="{E828E57D-3CD2-40A8-AE63-825CA230461B}" type="pres">
      <dgm:prSet presAssocID="{6E80F905-948A-4DBC-827E-728F52C52A6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9BC7E34-FC3E-42C3-900E-AF4779DD10D8}" type="presOf" srcId="{0640134B-E9A8-445F-BACB-71416E6029C0}" destId="{71FFC949-01E6-4D27-B777-653984F25C35}" srcOrd="0" destOrd="0" presId="urn:microsoft.com/office/officeart/2005/8/layout/vList2"/>
    <dgm:cxn modelId="{9A84563E-6EBE-4CAA-9257-7A2FB48BB32F}" type="presOf" srcId="{6E80F905-948A-4DBC-827E-728F52C52A62}" destId="{E828E57D-3CD2-40A8-AE63-825CA230461B}" srcOrd="0" destOrd="0" presId="urn:microsoft.com/office/officeart/2005/8/layout/vList2"/>
    <dgm:cxn modelId="{4D598160-521B-4A08-83DE-CD583DD54F2B}" type="presOf" srcId="{EAC068A2-6EA6-4FF3-909C-8CB853B20AD3}" destId="{BB5ADC73-D99B-42BD-BF95-DA9661BF1EA0}" srcOrd="0" destOrd="0" presId="urn:microsoft.com/office/officeart/2005/8/layout/vList2"/>
    <dgm:cxn modelId="{E5A6FB47-5052-4995-B8FF-DC5A5A5D7D54}" type="presOf" srcId="{C60BA490-CF9B-4BBC-BE76-726D0DA7774A}" destId="{443D7DFB-CEB4-4333-9F09-540B67E889F0}" srcOrd="0" destOrd="0" presId="urn:microsoft.com/office/officeart/2005/8/layout/vList2"/>
    <dgm:cxn modelId="{DFD5FC4B-F502-43C2-AF32-39D05816D764}" srcId="{0640134B-E9A8-445F-BACB-71416E6029C0}" destId="{6E80F905-948A-4DBC-827E-728F52C52A62}" srcOrd="4" destOrd="0" parTransId="{42F8AAC6-F36B-426D-B9EF-89F5A375C201}" sibTransId="{E00AEF19-974D-4DEB-BE9A-77C863F19EC9}"/>
    <dgm:cxn modelId="{98BBBC55-C483-4B4A-BAA2-206563898C84}" srcId="{0640134B-E9A8-445F-BACB-71416E6029C0}" destId="{EAC068A2-6EA6-4FF3-909C-8CB853B20AD3}" srcOrd="2" destOrd="0" parTransId="{94D624FD-3F1E-4874-A2E0-FBA57174EAED}" sibTransId="{9D0202BC-0217-42C5-B230-6AA74560DDD8}"/>
    <dgm:cxn modelId="{BCCAB979-2C5F-42B5-95F7-03A67725644C}" srcId="{0640134B-E9A8-445F-BACB-71416E6029C0}" destId="{C60BA490-CF9B-4BBC-BE76-726D0DA7774A}" srcOrd="1" destOrd="0" parTransId="{B7A0A837-28C4-42C2-9F49-EE1704743CC9}" sibTransId="{35E9124E-EFA6-4287-89C9-EAE6D871E22B}"/>
    <dgm:cxn modelId="{02DE808D-5487-46BB-A822-1A650AB4B915}" type="presOf" srcId="{FCA0C08A-DBAA-4323-AFE0-176652AF62CB}" destId="{A81904E8-2329-420E-92B1-0DDA4A6B9C13}" srcOrd="0" destOrd="0" presId="urn:microsoft.com/office/officeart/2005/8/layout/vList2"/>
    <dgm:cxn modelId="{543369B6-6CAF-44EA-A6E8-5D99D6124F93}" type="presOf" srcId="{6FDBBCFD-3674-445C-BDA7-F76A34BA4092}" destId="{AD2258E9-44E5-4583-8EDF-FEA25AD3AEB0}" srcOrd="0" destOrd="0" presId="urn:microsoft.com/office/officeart/2005/8/layout/vList2"/>
    <dgm:cxn modelId="{EE3D5EFA-FC2D-4203-BA15-ABA577E3550B}" srcId="{0640134B-E9A8-445F-BACB-71416E6029C0}" destId="{FCA0C08A-DBAA-4323-AFE0-176652AF62CB}" srcOrd="3" destOrd="0" parTransId="{FD5D8E62-43AC-42FE-8526-62158E135BB5}" sibTransId="{63D479CE-8740-4299-9AA7-11F2633E8A07}"/>
    <dgm:cxn modelId="{EDE6B5FF-285F-4FE7-83FC-506BCE971E1F}" srcId="{0640134B-E9A8-445F-BACB-71416E6029C0}" destId="{6FDBBCFD-3674-445C-BDA7-F76A34BA4092}" srcOrd="0" destOrd="0" parTransId="{68BD8B94-F335-41C3-B158-C7E6994D11D3}" sibTransId="{E4B56645-5530-453A-9479-4A16E4DFBCEB}"/>
    <dgm:cxn modelId="{98B87DEF-8205-4E67-91BB-ECA90CCB57A1}" type="presParOf" srcId="{71FFC949-01E6-4D27-B777-653984F25C35}" destId="{AD2258E9-44E5-4583-8EDF-FEA25AD3AEB0}" srcOrd="0" destOrd="0" presId="urn:microsoft.com/office/officeart/2005/8/layout/vList2"/>
    <dgm:cxn modelId="{9DB6C565-D148-4B62-950B-1708ECC38489}" type="presParOf" srcId="{71FFC949-01E6-4D27-B777-653984F25C35}" destId="{322B47F9-4F37-438A-B4AD-DA2489234DD7}" srcOrd="1" destOrd="0" presId="urn:microsoft.com/office/officeart/2005/8/layout/vList2"/>
    <dgm:cxn modelId="{1ADDA871-9746-4C24-9C0F-0030CB3B7CF2}" type="presParOf" srcId="{71FFC949-01E6-4D27-B777-653984F25C35}" destId="{443D7DFB-CEB4-4333-9F09-540B67E889F0}" srcOrd="2" destOrd="0" presId="urn:microsoft.com/office/officeart/2005/8/layout/vList2"/>
    <dgm:cxn modelId="{F7F21CB4-8B21-4007-BA4F-457FCFCDA2F9}" type="presParOf" srcId="{71FFC949-01E6-4D27-B777-653984F25C35}" destId="{DA01D209-E945-4309-A774-EF1416B0DC9A}" srcOrd="3" destOrd="0" presId="urn:microsoft.com/office/officeart/2005/8/layout/vList2"/>
    <dgm:cxn modelId="{0EC84C81-0AFE-4AA1-B309-8DA358B3B4C7}" type="presParOf" srcId="{71FFC949-01E6-4D27-B777-653984F25C35}" destId="{BB5ADC73-D99B-42BD-BF95-DA9661BF1EA0}" srcOrd="4" destOrd="0" presId="urn:microsoft.com/office/officeart/2005/8/layout/vList2"/>
    <dgm:cxn modelId="{C67F96F2-32FD-412E-81F6-612F2DF8AD7B}" type="presParOf" srcId="{71FFC949-01E6-4D27-B777-653984F25C35}" destId="{E09E879C-88AA-4469-94F6-B6ACE0368C92}" srcOrd="5" destOrd="0" presId="urn:microsoft.com/office/officeart/2005/8/layout/vList2"/>
    <dgm:cxn modelId="{192E9FCE-B27E-4EB1-A9E9-CE43BE43FFDD}" type="presParOf" srcId="{71FFC949-01E6-4D27-B777-653984F25C35}" destId="{A81904E8-2329-420E-92B1-0DDA4A6B9C13}" srcOrd="6" destOrd="0" presId="urn:microsoft.com/office/officeart/2005/8/layout/vList2"/>
    <dgm:cxn modelId="{888BE638-E665-4BDA-A580-6AC5CB89FFD7}" type="presParOf" srcId="{71FFC949-01E6-4D27-B777-653984F25C35}" destId="{8673B555-F8AF-4402-AF0B-B2D031E2BB23}" srcOrd="7" destOrd="0" presId="urn:microsoft.com/office/officeart/2005/8/layout/vList2"/>
    <dgm:cxn modelId="{F940034D-8B97-4AD6-94BA-8DFC01EF0CB4}" type="presParOf" srcId="{71FFC949-01E6-4D27-B777-653984F25C35}" destId="{E828E57D-3CD2-40A8-AE63-825CA230461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2258E9-44E5-4583-8EDF-FEA25AD3AEB0}">
      <dsp:nvSpPr>
        <dsp:cNvPr id="0" name=""/>
        <dsp:cNvSpPr/>
      </dsp:nvSpPr>
      <dsp:spPr>
        <a:xfrm>
          <a:off x="0" y="33515"/>
          <a:ext cx="10168127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Conditional Statements and loops</a:t>
          </a:r>
          <a:endParaRPr lang="en-US" sz="2700" kern="1200"/>
        </a:p>
      </dsp:txBody>
      <dsp:txXfrm>
        <a:off x="32384" y="65899"/>
        <a:ext cx="10103359" cy="598621"/>
      </dsp:txXfrm>
    </dsp:sp>
    <dsp:sp modelId="{443D7DFB-CEB4-4333-9F09-540B67E889F0}">
      <dsp:nvSpPr>
        <dsp:cNvPr id="0" name=""/>
        <dsp:cNvSpPr/>
      </dsp:nvSpPr>
      <dsp:spPr>
        <a:xfrm>
          <a:off x="0" y="774665"/>
          <a:ext cx="10168127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If Statement</a:t>
          </a:r>
        </a:p>
      </dsp:txBody>
      <dsp:txXfrm>
        <a:off x="32384" y="807049"/>
        <a:ext cx="10103359" cy="598621"/>
      </dsp:txXfrm>
    </dsp:sp>
    <dsp:sp modelId="{BB5ADC73-D99B-42BD-BF95-DA9661BF1EA0}">
      <dsp:nvSpPr>
        <dsp:cNvPr id="0" name=""/>
        <dsp:cNvSpPr/>
      </dsp:nvSpPr>
      <dsp:spPr>
        <a:xfrm>
          <a:off x="0" y="1515815"/>
          <a:ext cx="10168127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Elif Statement</a:t>
          </a:r>
        </a:p>
      </dsp:txBody>
      <dsp:txXfrm>
        <a:off x="32384" y="1548199"/>
        <a:ext cx="10103359" cy="598621"/>
      </dsp:txXfrm>
    </dsp:sp>
    <dsp:sp modelId="{A81904E8-2329-420E-92B1-0DDA4A6B9C13}">
      <dsp:nvSpPr>
        <dsp:cNvPr id="0" name=""/>
        <dsp:cNvSpPr/>
      </dsp:nvSpPr>
      <dsp:spPr>
        <a:xfrm>
          <a:off x="0" y="2256965"/>
          <a:ext cx="10168127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Else Statment</a:t>
          </a:r>
        </a:p>
      </dsp:txBody>
      <dsp:txXfrm>
        <a:off x="32384" y="2289349"/>
        <a:ext cx="10103359" cy="598621"/>
      </dsp:txXfrm>
    </dsp:sp>
    <dsp:sp modelId="{E828E57D-3CD2-40A8-AE63-825CA230461B}">
      <dsp:nvSpPr>
        <dsp:cNvPr id="0" name=""/>
        <dsp:cNvSpPr/>
      </dsp:nvSpPr>
      <dsp:spPr>
        <a:xfrm>
          <a:off x="0" y="2998115"/>
          <a:ext cx="10168127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For and While Loops</a:t>
          </a:r>
        </a:p>
      </dsp:txBody>
      <dsp:txXfrm>
        <a:off x="32384" y="3030499"/>
        <a:ext cx="10103359" cy="5986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DE61E-7895-A263-FD8F-5B8010F2C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B7F6DB-1500-F7FF-EDA8-00FBE763E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CE5CB-9ACC-5D52-68F6-B11EC60A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A05F-FB88-44E3-A42E-4C926FA90E7B}" type="datetimeFigureOut">
              <a:rPr lang="en-PK" smtClean="0"/>
              <a:t>30/09/2025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F5E49-3FBC-A5BB-A91F-BDCBFC3BF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9206B-D49D-1B1A-13EC-C2AEDC74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017E-A3C0-4371-A057-49806D25215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97691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7E521-677F-B0BD-5BE0-F32E7C5EE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14A9C-044E-1103-8A88-B01E40D2C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F4F27-99DA-E917-186A-ABBA1257E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A05F-FB88-44E3-A42E-4C926FA90E7B}" type="datetimeFigureOut">
              <a:rPr lang="en-PK" smtClean="0"/>
              <a:t>30/09/2025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3460F-AC84-0A18-6653-7666D8AFD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6B7C5-EE7C-43D1-4741-DD079AE04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017E-A3C0-4371-A057-49806D25215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17083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63882-9C50-D7E6-BF3F-1C246C782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B53FE-28D2-5C3C-E00A-0456FAFAD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8DA1F-8A71-8A46-4A1E-9F23FC960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A05F-FB88-44E3-A42E-4C926FA90E7B}" type="datetimeFigureOut">
              <a:rPr lang="en-PK" smtClean="0"/>
              <a:t>30/09/2025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74822-EE19-F709-E04A-80CE7541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2CD15-81A4-90BB-F6BB-907354E5D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017E-A3C0-4371-A057-49806D25215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90644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5B6A7-26B6-11AB-30AF-5F32BD2F4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FE7CF-C828-B0CD-C5F9-D7387089F4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61316-2C01-738E-9E30-58483F03A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F8989-C8CB-3578-3773-81246FABE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A05F-FB88-44E3-A42E-4C926FA90E7B}" type="datetimeFigureOut">
              <a:rPr lang="en-PK" smtClean="0"/>
              <a:t>30/09/2025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9D56F-CF3A-CE7D-896B-EC046BF73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AC0860-5FEC-8FE8-FB29-E058D5B5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017E-A3C0-4371-A057-49806D25215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2703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597CC-ED54-BED3-8F4B-BE495C9C8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240B4-FF16-9EFF-F3AF-D7807D7D2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D2067-033C-14BD-4FB7-DAFBEFE80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16A5E6-6115-6E93-FECD-ED2783144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ABA0E1-4AE5-3122-CD7C-CD12D29DF1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2E36CC-312C-646B-0599-F0136B2F0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A05F-FB88-44E3-A42E-4C926FA90E7B}" type="datetimeFigureOut">
              <a:rPr lang="en-PK" smtClean="0"/>
              <a:t>30/09/2025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A78ACF-F771-26A5-AB61-C0C95BE33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0C811A-B92E-5B8A-6348-D1A5AB517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017E-A3C0-4371-A057-49806D25215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0161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4EEE3-7F3D-5602-3254-CF5E5D848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B022F8-85A3-1675-4B58-866CFFDFC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A05F-FB88-44E3-A42E-4C926FA90E7B}" type="datetimeFigureOut">
              <a:rPr lang="en-PK" smtClean="0"/>
              <a:t>30/09/2025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FA577-92ED-ED8B-C7CA-2D21D15B5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71A93-1621-9B8F-2A1C-843FB7B68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017E-A3C0-4371-A057-49806D25215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4490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D31AB4-F2A2-5CEC-A4FA-8B0070A5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A05F-FB88-44E3-A42E-4C926FA90E7B}" type="datetimeFigureOut">
              <a:rPr lang="en-PK" smtClean="0"/>
              <a:t>30/09/2025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3C4B1C-EAAE-897C-84DB-E6D3B7759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0F1CB-ECC1-A21D-0FBA-C6F024D40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017E-A3C0-4371-A057-49806D25215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56045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BBB5-2388-579C-A16E-A5868B8F0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AFB4F-05C5-EC96-6230-DB25C57D1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E6C580-FC96-DF5C-6216-FE9622CF8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76832-32A5-4A8F-49C6-F632D8FA2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A05F-FB88-44E3-A42E-4C926FA90E7B}" type="datetimeFigureOut">
              <a:rPr lang="en-PK" smtClean="0"/>
              <a:t>30/09/2025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E84F5-FAF4-3D5A-46DF-EC6AF56BF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06284-B7FB-F457-6528-3230D65B3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017E-A3C0-4371-A057-49806D25215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3121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D7F95-B00C-DF67-C7BE-3A4256969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36207C-9DA9-6D31-3149-39FBC7EF59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708F51-477F-88BD-DDB8-544040F37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73291-7A69-4AB2-649B-0E1796BA1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A05F-FB88-44E3-A42E-4C926FA90E7B}" type="datetimeFigureOut">
              <a:rPr lang="en-PK" smtClean="0"/>
              <a:t>30/09/2025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6CEA2-77A0-38FF-7C7E-67FA1F1EF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D6A42-E258-9033-F047-F68884640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017E-A3C0-4371-A057-49806D25215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66434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FEA72-9DBD-835E-3817-7591DDF14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053EB2-A295-C452-FB16-50C20DB2D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0869F-AEA6-A821-C501-F463F1BA3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A05F-FB88-44E3-A42E-4C926FA90E7B}" type="datetimeFigureOut">
              <a:rPr lang="en-PK" smtClean="0"/>
              <a:t>30/09/2025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E808A-2EC5-51F2-543A-7FD179489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601A8-A594-665D-254E-6CFAFEE37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017E-A3C0-4371-A057-49806D25215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2467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BB1AA2-20C3-FA7E-B2FC-8EE6C43E29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623957-3E1E-6E2A-37D6-BB2D0F6AE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99F81-DEEB-4750-1E6B-50C52FC34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A05F-FB88-44E3-A42E-4C926FA90E7B}" type="datetimeFigureOut">
              <a:rPr lang="en-PK" smtClean="0"/>
              <a:t>30/09/2025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76C0D-E57C-3BAD-5838-A00D8E457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FDAC4-ADEA-44C2-63DA-9186A5C3B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017E-A3C0-4371-A057-49806D25215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39822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F58A7-12AA-BF8C-0692-1C968B42F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903B0-2883-07C8-491F-AB1B3E89B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1A4B9-FC53-44C2-0B08-30C754868A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CA05F-FB88-44E3-A42E-4C926FA90E7B}" type="datetimeFigureOut">
              <a:rPr lang="en-PK" smtClean="0"/>
              <a:t>30/09/2025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70205-EE25-D882-F3B5-236F713BF3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EF4B0-FB67-0CDC-4FC4-9B1C3F8CB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E4017E-A3C0-4371-A057-49806D25215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02095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C65FE7C-F786-AF89-B3FA-621C6EFC6EB8}"/>
              </a:ext>
            </a:extLst>
          </p:cNvPr>
          <p:cNvSpPr txBox="1">
            <a:spLocks/>
          </p:cNvSpPr>
          <p:nvPr/>
        </p:nvSpPr>
        <p:spPr>
          <a:xfrm>
            <a:off x="1524003" y="1999615"/>
            <a:ext cx="9144000" cy="2764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7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Lecture 7 (Day 7)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1EC650-EA07-39D9-CCDF-C4B1B4290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92" y="0"/>
            <a:ext cx="1874808" cy="57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75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5C97BC-C980-A049-610A-DEF1CFB01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Topics Covered</a:t>
            </a:r>
            <a:endParaRPr lang="en-PK" sz="4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33284A07-60E1-59D2-53A8-B3F34C48FA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15568" y="2481943"/>
          <a:ext cx="10168128" cy="3695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8366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5DECF-CE4F-61CA-8CE7-9C0353291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/>
              <a:t>Conditional Statments</a:t>
            </a:r>
            <a:endParaRPr lang="en-PK" sz="3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38DB9-280E-12A5-22CF-0F81FFE75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800"/>
              <a:t>If, Elif, and else</a:t>
            </a:r>
          </a:p>
          <a:p>
            <a:endParaRPr lang="en-US" sz="1800"/>
          </a:p>
          <a:p>
            <a:pPr marL="0" indent="0">
              <a:buNone/>
            </a:pPr>
            <a:r>
              <a:rPr lang="en-US" sz="1800"/>
              <a:t>These statments allow the program to take decisions depending on conditions.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/>
              <a:t>If no condition is true, the program executes the condition in the </a:t>
            </a:r>
            <a:r>
              <a:rPr lang="en-US" sz="1800" b="1"/>
              <a:t>else</a:t>
            </a:r>
            <a:r>
              <a:rPr lang="en-US" sz="1800"/>
              <a:t> clause</a:t>
            </a:r>
            <a:endParaRPr lang="en-PK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D25376-8368-628D-1BBC-2A5FB5127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631941"/>
            <a:ext cx="6440424" cy="553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23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14C8B-D81E-AB5F-0D42-7938601F6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(For and While)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FFCA3-2854-92A2-8D2A-9FBCB3BDA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  <a:p>
            <a:pPr lvl="1"/>
            <a:r>
              <a:rPr lang="en-US" dirty="0"/>
              <a:t>Used when you know how many times, to repeat</a:t>
            </a:r>
          </a:p>
          <a:p>
            <a:pPr lvl="1"/>
            <a:endParaRPr lang="en-US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</a:rPr>
              <a:t>for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in range(5):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</a:rPr>
              <a:t>print("Iteration:",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dirty="0">
              <a:solidFill>
                <a:srgbClr val="FF0000"/>
              </a:solidFill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</a:rPr>
              <a:t>Output = ?</a:t>
            </a:r>
          </a:p>
          <a:p>
            <a:pPr lvl="1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05840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D90F5-5B24-8F63-922E-DE3C63EFE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B4257-3045-9421-2020-846E47B4E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(For and While)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68C35-315A-8EC9-91C6-1E42F407E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loop</a:t>
            </a:r>
          </a:p>
          <a:p>
            <a:pPr lvl="1"/>
            <a:r>
              <a:rPr lang="en-US" dirty="0"/>
              <a:t>Used when you don’t know how many times to repeat, but you continue until a condition becomes False.</a:t>
            </a:r>
          </a:p>
          <a:p>
            <a:pPr lvl="1"/>
            <a:endParaRPr lang="en-US" dirty="0">
              <a:solidFill>
                <a:srgbClr val="FF0000"/>
              </a:solidFill>
            </a:endParaRPr>
          </a:p>
          <a:p>
            <a:pPr lvl="2"/>
            <a:r>
              <a:rPr lang="nn-NO" dirty="0">
                <a:solidFill>
                  <a:srgbClr val="FF0000"/>
                </a:solidFill>
              </a:rPr>
              <a:t>i = 1</a:t>
            </a:r>
            <a:br>
              <a:rPr lang="nn-NO" dirty="0">
                <a:solidFill>
                  <a:srgbClr val="FF0000"/>
                </a:solidFill>
              </a:rPr>
            </a:br>
            <a:r>
              <a:rPr lang="nn-NO" dirty="0">
                <a:solidFill>
                  <a:srgbClr val="FF0000"/>
                </a:solidFill>
              </a:rPr>
              <a:t>while i &lt;= 10:</a:t>
            </a:r>
            <a:br>
              <a:rPr lang="nn-NO" dirty="0">
                <a:solidFill>
                  <a:srgbClr val="FF0000"/>
                </a:solidFill>
              </a:rPr>
            </a:br>
            <a:r>
              <a:rPr lang="nn-NO" dirty="0">
                <a:solidFill>
                  <a:srgbClr val="FF0000"/>
                </a:solidFill>
              </a:rPr>
              <a:t>    print(i)</a:t>
            </a:r>
            <a:br>
              <a:rPr lang="nn-NO" dirty="0">
                <a:solidFill>
                  <a:srgbClr val="FF0000"/>
                </a:solidFill>
              </a:rPr>
            </a:br>
            <a:r>
              <a:rPr lang="nn-NO" dirty="0">
                <a:solidFill>
                  <a:srgbClr val="FF0000"/>
                </a:solidFill>
              </a:rPr>
              <a:t>    i += 3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dirty="0">
              <a:solidFill>
                <a:srgbClr val="FF0000"/>
              </a:solidFill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</a:rPr>
              <a:t>Output = ?</a:t>
            </a:r>
          </a:p>
          <a:p>
            <a:pPr lvl="1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76471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60AD1-71B1-6963-1F26-A98ECCDD5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B16D6-CAE5-1778-2A9B-ABC5FE12F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Indentation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1CCBF-E64F-3624-A400-DB62DF150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>
              <a:lnSpc>
                <a:spcPct val="150000"/>
              </a:lnSpc>
            </a:pPr>
            <a:r>
              <a:rPr lang="en-US" dirty="0"/>
              <a:t>Python </a:t>
            </a:r>
            <a:r>
              <a:rPr lang="en-US" b="1" dirty="0"/>
              <a:t>needs indentation</a:t>
            </a:r>
            <a:r>
              <a:rPr lang="en-US" dirty="0"/>
              <a:t> because it uses it to structure code blocks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It improves </a:t>
            </a:r>
            <a:r>
              <a:rPr lang="en-US" b="1" dirty="0"/>
              <a:t>readability, avoids confusion, and enforces consistency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Without indentation, Python wouldn’t know what belongs inside an if, for, or function.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if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age &gt;= </a:t>
            </a:r>
            <a:r>
              <a:rPr lang="en-US" dirty="0">
                <a:solidFill>
                  <a:srgbClr val="FF0000"/>
                </a:solidFill>
              </a:rPr>
              <a:t>18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print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("You are an adult")   # inside if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print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("You can vote")       # inside if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print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("Program ends") </a:t>
            </a:r>
            <a:endParaRPr lang="en-PK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92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7DF97-621F-FD9B-AD71-FF0D11001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AD3BB-70C7-AD90-DAD2-DE4B375E7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Write a Python program that asks the user for their </a:t>
            </a:r>
            <a:r>
              <a:rPr lang="en-US" b="1" dirty="0"/>
              <a:t>age</a:t>
            </a:r>
            <a:r>
              <a:rPr lang="en-US" dirty="0"/>
              <a:t>, and then uses </a:t>
            </a:r>
            <a:r>
              <a:rPr lang="en-US" b="1" dirty="0"/>
              <a:t>if–</a:t>
            </a:r>
            <a:r>
              <a:rPr lang="en-US" b="1" dirty="0" err="1"/>
              <a:t>elif</a:t>
            </a:r>
            <a:r>
              <a:rPr lang="en-US" b="1" dirty="0"/>
              <a:t>–else</a:t>
            </a:r>
            <a:r>
              <a:rPr lang="en-US" dirty="0"/>
              <a:t> to classify them as: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Child</a:t>
            </a:r>
            <a:r>
              <a:rPr lang="en-US" dirty="0"/>
              <a:t> (age &lt; 13)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Teenager</a:t>
            </a:r>
            <a:r>
              <a:rPr lang="en-US" dirty="0"/>
              <a:t> (13–19)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Adult</a:t>
            </a:r>
            <a:r>
              <a:rPr lang="en-US" dirty="0"/>
              <a:t> (20–59)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Senior Citizen</a:t>
            </a:r>
            <a:r>
              <a:rPr lang="en-US" dirty="0"/>
              <a:t> (60 and above)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1502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D6428-E71D-25C6-9746-502468F28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824A5-3B69-94EB-5075-240851755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600" dirty="0"/>
              <a:t>age=int(input(" Enter your age please:"))</a:t>
            </a:r>
            <a:br>
              <a:rPr lang="en-US" sz="1600" dirty="0"/>
            </a:br>
            <a:r>
              <a:rPr lang="en-US" sz="1600" dirty="0"/>
              <a:t>if age &lt;=13:</a:t>
            </a:r>
            <a:br>
              <a:rPr lang="en-US" sz="1600" dirty="0"/>
            </a:br>
            <a:r>
              <a:rPr lang="en-US" sz="1600" dirty="0"/>
              <a:t>    print("You are Child")</a:t>
            </a:r>
            <a:br>
              <a:rPr lang="en-US" sz="1600" dirty="0"/>
            </a:br>
            <a:r>
              <a:rPr lang="en-US" sz="1600" dirty="0" err="1"/>
              <a:t>elif</a:t>
            </a:r>
            <a:r>
              <a:rPr lang="en-US" sz="1600" dirty="0"/>
              <a:t> age&gt;13 and age&lt;=19:</a:t>
            </a:r>
            <a:br>
              <a:rPr lang="en-US" sz="1600" dirty="0"/>
            </a:br>
            <a:r>
              <a:rPr lang="en-US" sz="1600" dirty="0"/>
              <a:t>    print("You are Teenager")</a:t>
            </a:r>
            <a:br>
              <a:rPr lang="en-US" sz="1600" dirty="0"/>
            </a:br>
            <a:r>
              <a:rPr lang="en-US" sz="1600" dirty="0" err="1"/>
              <a:t>elif</a:t>
            </a:r>
            <a:r>
              <a:rPr lang="en-US" sz="1600" dirty="0"/>
              <a:t> age&gt;20 and age&lt;=59:</a:t>
            </a:r>
            <a:br>
              <a:rPr lang="en-US" sz="1600" dirty="0"/>
            </a:br>
            <a:r>
              <a:rPr lang="en-US" sz="1600" dirty="0"/>
              <a:t>    print("You are Adult")</a:t>
            </a:r>
            <a:br>
              <a:rPr lang="en-US" sz="1600" dirty="0"/>
            </a:br>
            <a:r>
              <a:rPr lang="en-US" sz="1600" dirty="0"/>
              <a:t>else:</a:t>
            </a:r>
            <a:br>
              <a:rPr lang="en-US" sz="1600" dirty="0"/>
            </a:br>
            <a:r>
              <a:rPr lang="en-US" sz="1600" dirty="0"/>
              <a:t>    print("You are Senior Citizen")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81962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10011-8C90-661A-F3A5-16B47FE6B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EE30-EE0A-8E0D-F5D7-C5B2ACF7B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3D388-698D-AAD3-5FD9-8CA3155A2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For </a:t>
            </a:r>
            <a:r>
              <a:rPr lang="en-US" sz="2400" dirty="0" err="1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rgbClr val="FF0000"/>
                </a:solidFill>
              </a:rPr>
              <a:t> in range (5),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0000"/>
                </a:solidFill>
              </a:rPr>
              <a:t>Output = ?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For </a:t>
            </a:r>
            <a:r>
              <a:rPr lang="en-US" sz="2400" dirty="0" err="1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rgbClr val="FF0000"/>
                </a:solidFill>
              </a:rPr>
              <a:t> in range (1,5)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0000"/>
                </a:solidFill>
              </a:rPr>
              <a:t>Output = ?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29805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9455-FAD3-278A-B667-AE9649750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C8842-7AAE-33FB-D3EB-C7F93375B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For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in range (5) </a:t>
            </a:r>
            <a:r>
              <a:rPr lang="en-US" dirty="0"/>
              <a:t>= range (n)</a:t>
            </a:r>
          </a:p>
          <a:p>
            <a:r>
              <a:rPr lang="en-US" dirty="0"/>
              <a:t>range(n) generates numbers starting from </a:t>
            </a:r>
            <a:r>
              <a:rPr lang="en-US" b="1" dirty="0"/>
              <a:t>0 up to n-1</a:t>
            </a:r>
          </a:p>
          <a:p>
            <a:endParaRPr lang="en-US" b="1" dirty="0"/>
          </a:p>
          <a:p>
            <a:r>
              <a:rPr lang="en-US" b="1" dirty="0"/>
              <a:t>For </a:t>
            </a:r>
            <a:r>
              <a:rPr lang="en-US" b="1" dirty="0" err="1"/>
              <a:t>i</a:t>
            </a:r>
            <a:r>
              <a:rPr lang="en-US" b="1" dirty="0"/>
              <a:t> in range (5):</a:t>
            </a:r>
          </a:p>
          <a:p>
            <a:pPr lvl="1"/>
            <a:r>
              <a:rPr lang="en-US" b="1" dirty="0"/>
              <a:t>This means the loop will run 5 times</a:t>
            </a:r>
          </a:p>
          <a:p>
            <a:pPr lvl="1"/>
            <a:r>
              <a:rPr lang="en-US" b="1" dirty="0"/>
              <a:t>On the first iteration, </a:t>
            </a:r>
            <a:r>
              <a:rPr lang="en-US" b="1" dirty="0" err="1"/>
              <a:t>i</a:t>
            </a:r>
            <a:r>
              <a:rPr lang="en-US" b="1" dirty="0"/>
              <a:t> = 0</a:t>
            </a:r>
          </a:p>
          <a:p>
            <a:pPr lvl="1"/>
            <a:r>
              <a:rPr lang="en-US" b="1" dirty="0"/>
              <a:t>On the last iteration, </a:t>
            </a:r>
            <a:r>
              <a:rPr lang="en-US" b="1" dirty="0" err="1"/>
              <a:t>i</a:t>
            </a:r>
            <a:r>
              <a:rPr lang="en-US" b="1" dirty="0"/>
              <a:t> = 4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6995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70D34-A401-0505-FBF1-8B15790BB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4DBC5-2C5C-3D62-B4FB-869BC2366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1A932-2C3A-BE55-7CDC-FB1DF9D7A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For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in range (1,5) = </a:t>
            </a:r>
            <a:r>
              <a:rPr lang="en-US" dirty="0"/>
              <a:t>range(start, stop)</a:t>
            </a:r>
          </a:p>
          <a:p>
            <a:r>
              <a:rPr lang="en-US" dirty="0"/>
              <a:t>Generates numbers starting from </a:t>
            </a:r>
            <a:r>
              <a:rPr lang="en-US" b="1" dirty="0"/>
              <a:t>start</a:t>
            </a:r>
            <a:r>
              <a:rPr lang="en-US" dirty="0"/>
              <a:t> up to </a:t>
            </a:r>
            <a:r>
              <a:rPr lang="en-US" b="1" dirty="0"/>
              <a:t>stop – 1</a:t>
            </a:r>
          </a:p>
          <a:p>
            <a:endParaRPr lang="en-US" b="1" dirty="0"/>
          </a:p>
          <a:p>
            <a:r>
              <a:rPr lang="en-US" b="1" dirty="0"/>
              <a:t>For </a:t>
            </a:r>
            <a:r>
              <a:rPr lang="en-US" b="1" dirty="0" err="1"/>
              <a:t>i</a:t>
            </a:r>
            <a:r>
              <a:rPr lang="en-US" b="1" dirty="0"/>
              <a:t> in range (1, 5):</a:t>
            </a:r>
          </a:p>
          <a:p>
            <a:pPr lvl="1"/>
            <a:r>
              <a:rPr lang="en-US" b="1" dirty="0"/>
              <a:t>This means the loop will run 4 times</a:t>
            </a:r>
          </a:p>
          <a:p>
            <a:pPr lvl="1"/>
            <a:r>
              <a:rPr lang="en-US" b="1" dirty="0"/>
              <a:t>On the first iteration, </a:t>
            </a:r>
            <a:r>
              <a:rPr lang="en-US" b="1" dirty="0" err="1"/>
              <a:t>i</a:t>
            </a:r>
            <a:r>
              <a:rPr lang="en-US" b="1" dirty="0"/>
              <a:t> = 1</a:t>
            </a:r>
          </a:p>
          <a:p>
            <a:pPr lvl="1"/>
            <a:r>
              <a:rPr lang="en-US" b="1" dirty="0"/>
              <a:t>On the last iteration, </a:t>
            </a:r>
            <a:r>
              <a:rPr lang="en-US" b="1" dirty="0" err="1"/>
              <a:t>i</a:t>
            </a:r>
            <a:r>
              <a:rPr lang="en-US" b="1" dirty="0"/>
              <a:t> = 4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28093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47DBD-32B0-EDF5-02AA-E69AAF6C6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true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52B8E-748F-739A-33C4-A86097412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creates an </a:t>
            </a:r>
            <a:r>
              <a:rPr lang="en-US" b="1" dirty="0"/>
              <a:t>infinite loop</a:t>
            </a:r>
            <a:r>
              <a:rPr lang="en-US" dirty="0"/>
              <a:t> (it will keep running forever)</a:t>
            </a:r>
          </a:p>
          <a:p>
            <a:r>
              <a:rPr lang="en-US" dirty="0"/>
              <a:t>It only stops when a break statement is reached</a:t>
            </a:r>
          </a:p>
          <a:p>
            <a:endParaRPr lang="en-US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rgbClr val="FF0000"/>
                </a:solidFill>
              </a:rPr>
              <a:t>Write a Python program that asks the user for numbers and prints them. Stop the loop when the user enters ‘0’ using while True:</a:t>
            </a:r>
            <a:endParaRPr lang="en-PK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099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C9821-4E0A-411D-2D6D-5616F4CF2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05F8F-3C67-ED5D-4F99-04E95FEE6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true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FA0DF-C359-229F-185B-17E8DEB40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while True:</a:t>
            </a:r>
            <a:br>
              <a:rPr lang="en-US" dirty="0"/>
            </a:br>
            <a:r>
              <a:rPr lang="en-US" dirty="0"/>
              <a:t>    num=int(input("Please enter a Number:"))</a:t>
            </a:r>
            <a:br>
              <a:rPr lang="en-US" dirty="0"/>
            </a:br>
            <a:r>
              <a:rPr lang="en-US" dirty="0"/>
              <a:t>    if num==1:</a:t>
            </a:r>
            <a:br>
              <a:rPr lang="en-US" dirty="0"/>
            </a:br>
            <a:r>
              <a:rPr lang="en-US" dirty="0"/>
              <a:t>        break</a:t>
            </a:r>
            <a:br>
              <a:rPr lang="en-US" dirty="0"/>
            </a:br>
            <a:r>
              <a:rPr lang="en-US" dirty="0"/>
              <a:t>    print("You </a:t>
            </a:r>
            <a:r>
              <a:rPr lang="en-US" dirty="0" err="1"/>
              <a:t>Entered:",num</a:t>
            </a:r>
            <a:r>
              <a:rPr lang="en-US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## print(f'You entered: {num}')</a:t>
            </a:r>
          </a:p>
          <a:p>
            <a:endParaRPr lang="en-PK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21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4F257-91B0-8690-7F41-E42D0E20F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Continue in Loop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DF5C1-A453-4147-411A-3769256F1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The continue statement is used inside loops (for or while).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When Python sees continue, it skips the rest of the code in the current loop iteration and jumps to the next iteration immediately.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0000"/>
                </a:solidFill>
              </a:rPr>
              <a:t>for </a:t>
            </a:r>
            <a:r>
              <a:rPr lang="en-US" sz="2400" dirty="0" err="1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rgbClr val="FF0000"/>
                </a:solidFill>
              </a:rPr>
              <a:t> in range(1, 6):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0000"/>
                </a:solidFill>
              </a:rPr>
              <a:t> if </a:t>
            </a:r>
            <a:r>
              <a:rPr lang="en-US" sz="2400" dirty="0" err="1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rgbClr val="FF0000"/>
                </a:solidFill>
              </a:rPr>
              <a:t> == 3: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0000"/>
                </a:solidFill>
              </a:rPr>
              <a:t> 	continue   # skip printing 3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0000"/>
                </a:solidFill>
              </a:rPr>
              <a:t> print("Number:", </a:t>
            </a:r>
            <a:r>
              <a:rPr lang="en-US" sz="2400" dirty="0" err="1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902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D2582-ECDF-E2EC-B446-4D5640209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F2923-9350-44D2-BCB9-C625C3729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Continue in Loop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C1D42-6277-368B-50B6-9C680C368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25625"/>
            <a:ext cx="11393424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GB" dirty="0"/>
              <a:t>Write a Python program that prints numbers from 1 to 10,  but skips printing multiples of 3.</a:t>
            </a:r>
          </a:p>
          <a:p>
            <a:pPr>
              <a:lnSpc>
                <a:spcPct val="150000"/>
              </a:lnSpc>
            </a:pPr>
            <a:r>
              <a:rPr lang="en-GB" dirty="0"/>
              <a:t>Output: 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solidFill>
                  <a:srgbClr val="FF0000"/>
                </a:solidFill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solidFill>
                  <a:srgbClr val="FF0000"/>
                </a:solidFill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solidFill>
                  <a:srgbClr val="FF0000"/>
                </a:solidFill>
              </a:rPr>
              <a:t>4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solidFill>
                  <a:srgbClr val="FF0000"/>
                </a:solidFill>
              </a:rPr>
              <a:t>5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solidFill>
                  <a:srgbClr val="FF0000"/>
                </a:solidFill>
              </a:rPr>
              <a:t>7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solidFill>
                  <a:srgbClr val="FF0000"/>
                </a:solidFill>
              </a:rPr>
              <a:t>8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solidFill>
                  <a:srgbClr val="FF0000"/>
                </a:solidFill>
              </a:rPr>
              <a:t>10</a:t>
            </a:r>
            <a:endParaRPr lang="en-PK" sz="14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17737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BDD4F-08D3-891C-5E6F-CD9937C3C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07A04-7C80-F77B-BE29-AC5AE244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Continue in Loop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8834-CEED-80EB-99E5-EDABB36A7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25625"/>
            <a:ext cx="11393424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Write a Python program that prints numbers from 1 to 10,  but skips printing multiples of 3.</a:t>
            </a:r>
            <a:endParaRPr lang="en-PK" dirty="0"/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solidFill>
                  <a:srgbClr val="FF0000"/>
                </a:solidFill>
              </a:rPr>
              <a:t>for </a:t>
            </a:r>
            <a:r>
              <a:rPr lang="en-GB" dirty="0" err="1">
                <a:solidFill>
                  <a:srgbClr val="FF0000"/>
                </a:solidFill>
              </a:rPr>
              <a:t>i</a:t>
            </a:r>
            <a:r>
              <a:rPr lang="en-GB" dirty="0">
                <a:solidFill>
                  <a:srgbClr val="FF0000"/>
                </a:solidFill>
              </a:rPr>
              <a:t> in range(1, 11):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    if </a:t>
            </a:r>
            <a:r>
              <a:rPr lang="en-GB" dirty="0" err="1">
                <a:solidFill>
                  <a:srgbClr val="FF0000"/>
                </a:solidFill>
              </a:rPr>
              <a:t>i</a:t>
            </a:r>
            <a:r>
              <a:rPr lang="en-GB" dirty="0">
                <a:solidFill>
                  <a:srgbClr val="FF0000"/>
                </a:solidFill>
              </a:rPr>
              <a:t> % 3 == 0: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        continue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    print(</a:t>
            </a:r>
            <a:r>
              <a:rPr lang="en-GB" dirty="0" err="1">
                <a:solidFill>
                  <a:srgbClr val="FF0000"/>
                </a:solidFill>
              </a:rPr>
              <a:t>i</a:t>
            </a:r>
            <a:r>
              <a:rPr lang="en-GB" dirty="0">
                <a:solidFill>
                  <a:srgbClr val="FF0000"/>
                </a:solidFill>
              </a:rPr>
              <a:t>)</a:t>
            </a:r>
            <a:endParaRPr lang="en-PK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85897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4D4D-E8E1-442D-C81E-F1CF9B417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Else with Loops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6CAB7-E3E8-047B-BFCB-ECE19542E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The else block after a loop runs only if the loop finishes normally (i.e., without hitting a break).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If the loop is terminated by break, the else block is skipped.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94011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D827F-0FE7-1C74-3510-3D34DF949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Prime Numbers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5C0C7-0BD9-F2EE-12F0-F7E39C4E6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Write a Python program that checks if a number is prime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 err="1"/>
              <a:t>num</a:t>
            </a:r>
            <a:r>
              <a:rPr lang="en-GB" sz="2000" dirty="0"/>
              <a:t> = int(input('Enter a number: '))</a:t>
            </a:r>
            <a:br>
              <a:rPr lang="en-GB" sz="2000" dirty="0"/>
            </a:br>
            <a:r>
              <a:rPr lang="en-GB" sz="2000" dirty="0"/>
              <a:t>if </a:t>
            </a:r>
            <a:r>
              <a:rPr lang="en-GB" sz="2000" dirty="0" err="1"/>
              <a:t>num</a:t>
            </a:r>
            <a:r>
              <a:rPr lang="en-GB" sz="2000" dirty="0"/>
              <a:t> &gt; 1:</a:t>
            </a:r>
            <a:br>
              <a:rPr lang="en-GB" sz="2000" dirty="0"/>
            </a:br>
            <a:r>
              <a:rPr lang="en-GB" sz="2000" dirty="0"/>
              <a:t>    for </a:t>
            </a:r>
            <a:r>
              <a:rPr lang="en-GB" sz="2000" dirty="0" err="1"/>
              <a:t>i</a:t>
            </a:r>
            <a:r>
              <a:rPr lang="en-GB" sz="2000" dirty="0"/>
              <a:t> in range(2, </a:t>
            </a:r>
            <a:r>
              <a:rPr lang="en-GB" sz="2000" dirty="0" err="1"/>
              <a:t>num</a:t>
            </a:r>
            <a:r>
              <a:rPr lang="en-GB" sz="2000" dirty="0"/>
              <a:t>):</a:t>
            </a:r>
            <a:br>
              <a:rPr lang="en-GB" sz="2000" dirty="0"/>
            </a:br>
            <a:r>
              <a:rPr lang="en-GB" sz="2000" dirty="0"/>
              <a:t>        if </a:t>
            </a:r>
            <a:r>
              <a:rPr lang="en-GB" sz="2000" dirty="0" err="1"/>
              <a:t>num</a:t>
            </a:r>
            <a:r>
              <a:rPr lang="en-GB" sz="2000" dirty="0"/>
              <a:t> % </a:t>
            </a:r>
            <a:r>
              <a:rPr lang="en-GB" sz="2000" dirty="0" err="1"/>
              <a:t>i</a:t>
            </a:r>
            <a:r>
              <a:rPr lang="en-GB" sz="2000" dirty="0"/>
              <a:t> == 0:</a:t>
            </a:r>
            <a:br>
              <a:rPr lang="en-GB" sz="2000" dirty="0"/>
            </a:br>
            <a:r>
              <a:rPr lang="en-GB" sz="2000" dirty="0"/>
              <a:t>            print(f'{</a:t>
            </a:r>
            <a:r>
              <a:rPr lang="en-GB" sz="2000" dirty="0" err="1"/>
              <a:t>num</a:t>
            </a:r>
            <a:r>
              <a:rPr lang="en-GB" sz="2000" dirty="0"/>
              <a:t>} is not prime')</a:t>
            </a:r>
            <a:br>
              <a:rPr lang="en-GB" sz="2000" dirty="0"/>
            </a:br>
            <a:r>
              <a:rPr lang="en-GB" sz="2000" dirty="0"/>
              <a:t>            break</a:t>
            </a:r>
            <a:br>
              <a:rPr lang="en-GB" sz="2000" dirty="0"/>
            </a:br>
            <a:r>
              <a:rPr lang="en-GB" sz="2000" dirty="0"/>
              <a:t>    else:</a:t>
            </a:r>
            <a:br>
              <a:rPr lang="en-GB" sz="2000" dirty="0"/>
            </a:br>
            <a:r>
              <a:rPr lang="en-GB" sz="2000" dirty="0"/>
              <a:t>        print(f'{</a:t>
            </a:r>
            <a:r>
              <a:rPr lang="en-GB" sz="2000" dirty="0" err="1"/>
              <a:t>num</a:t>
            </a:r>
            <a:r>
              <a:rPr lang="en-GB" sz="2000" dirty="0"/>
              <a:t>} is prime')</a:t>
            </a:r>
            <a:br>
              <a:rPr lang="en-GB" sz="2000" dirty="0"/>
            </a:br>
            <a:r>
              <a:rPr lang="en-GB" sz="2000" dirty="0"/>
              <a:t>else:</a:t>
            </a:r>
            <a:br>
              <a:rPr lang="en-GB" sz="2000" dirty="0"/>
            </a:br>
            <a:r>
              <a:rPr lang="en-GB" sz="2000" dirty="0"/>
              <a:t>    print(f'{</a:t>
            </a:r>
            <a:r>
              <a:rPr lang="en-GB" sz="2000" dirty="0" err="1"/>
              <a:t>num</a:t>
            </a:r>
            <a:r>
              <a:rPr lang="en-GB" sz="2000" dirty="0"/>
              <a:t>} is not prime')</a:t>
            </a:r>
            <a:endParaRPr lang="en-PK" sz="2000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76479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2F86E-A6F9-26EB-9777-5674F3349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 of Numbers Using Loops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E6553-AB0A-B8E3-380E-BF883402D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5143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Write a Python program that calculates the sum of numbers from 1 to 10 using a loop.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Output:</a:t>
            </a:r>
          </a:p>
          <a:p>
            <a:pPr marL="0" indent="0">
              <a:lnSpc>
                <a:spcPct val="150000"/>
              </a:lnSpc>
              <a:buNone/>
            </a:pPr>
            <a:endParaRPr lang="en-PK" sz="2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DFEDB4B-3192-1CF9-E80D-1DC1C5133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7904" y="3766128"/>
            <a:ext cx="4873752" cy="1296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</a:t>
            </a:r>
            <a:r>
              <a:rPr kumimoji="0" lang="en-PK" altLang="en-PK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1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total = 0 + 1 = 1</a:t>
            </a:r>
            <a:endParaRPr kumimoji="0" lang="en-PK" altLang="en-PK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</a:t>
            </a:r>
            <a:r>
              <a:rPr kumimoji="0" lang="en-PK" altLang="en-PK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2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total = 1 + 2 = 3</a:t>
            </a:r>
            <a:endParaRPr kumimoji="0" lang="en-PK" altLang="en-PK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</a:t>
            </a:r>
            <a:r>
              <a:rPr kumimoji="0" lang="en-PK" altLang="en-PK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3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total = 3 + 3 = 6</a:t>
            </a:r>
            <a:endParaRPr kumimoji="0" lang="en-PK" altLang="en-PK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108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19890-676A-F9DB-88F4-7CA1C1AA0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D0835-9DB3-CA3E-102C-B1E4146EA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 of Numbers Using Loops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2BC94-5D13-166C-82C4-60B081308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Write a Python program that calculates the sum of numbers from 1 to 10 using a loop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/>
              <a:t>total = 0</a:t>
            </a:r>
            <a:br>
              <a:rPr lang="en-GB" dirty="0"/>
            </a:br>
            <a:r>
              <a:rPr lang="en-GB" dirty="0"/>
              <a:t>for </a:t>
            </a:r>
            <a:r>
              <a:rPr lang="en-GB" dirty="0" err="1"/>
              <a:t>i</a:t>
            </a:r>
            <a:r>
              <a:rPr lang="en-GB" dirty="0"/>
              <a:t> in range(1, 11):</a:t>
            </a:r>
            <a:br>
              <a:rPr lang="en-GB" dirty="0"/>
            </a:br>
            <a:r>
              <a:rPr lang="en-GB" dirty="0"/>
              <a:t>    total += </a:t>
            </a:r>
            <a:r>
              <a:rPr lang="en-GB" dirty="0" err="1"/>
              <a:t>i</a:t>
            </a:r>
            <a:br>
              <a:rPr lang="en-GB" dirty="0"/>
            </a:br>
            <a:r>
              <a:rPr lang="en-GB" dirty="0"/>
              <a:t>print(</a:t>
            </a:r>
            <a:r>
              <a:rPr lang="en-GB" dirty="0" err="1"/>
              <a:t>f'The</a:t>
            </a:r>
            <a:r>
              <a:rPr lang="en-GB" dirty="0"/>
              <a:t> sum of numbers from 1 to 10 is {total}')</a:t>
            </a:r>
            <a:endParaRPr lang="en-PK" dirty="0"/>
          </a:p>
          <a:p>
            <a:pPr marL="0" indent="0">
              <a:lnSpc>
                <a:spcPct val="150000"/>
              </a:lnSpc>
              <a:buNone/>
            </a:pP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8625634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45ED1-4B01-F1DB-02A8-79309952F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Factorial Calculation </a:t>
            </a:r>
            <a:endParaRPr lang="en-P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A41763-538C-2E76-E1E5-01E35E49E3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5760" y="1825625"/>
                <a:ext cx="11347704" cy="435133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dirty="0"/>
                  <a:t>Write a Python program that calculates the factorial of a number using a loop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What is Factorial?</a:t>
                </a:r>
              </a:p>
              <a:p>
                <a:pPr marL="0" indent="0">
                  <a:buNone/>
                </a:pPr>
                <a:r>
                  <a:rPr lang="en-US" dirty="0"/>
                  <a:t>Factorial of a number n (written as n!) = product of all numbers from 1 to n.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Formula: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!=1×2×3×…×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1900" dirty="0">
                    <a:solidFill>
                      <a:srgbClr val="FF0000"/>
                    </a:solidFill>
                  </a:rPr>
                  <a:t>Examples:</a:t>
                </a:r>
              </a:p>
              <a:p>
                <a:r>
                  <a:rPr lang="en-US" sz="1900" dirty="0">
                    <a:solidFill>
                      <a:srgbClr val="FF0000"/>
                    </a:solidFill>
                  </a:rPr>
                  <a:t>5! = 120</a:t>
                </a:r>
              </a:p>
              <a:p>
                <a:r>
                  <a:rPr lang="en-US" sz="1900" dirty="0">
                    <a:solidFill>
                      <a:srgbClr val="FF0000"/>
                    </a:solidFill>
                  </a:rPr>
                  <a:t>4! = 24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PK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A41763-538C-2E76-E1E5-01E35E49E3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5760" y="1825625"/>
                <a:ext cx="11347704" cy="4351338"/>
              </a:xfrm>
              <a:blipFill>
                <a:blip r:embed="rId2"/>
                <a:stretch>
                  <a:fillRect l="-96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64515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6025F-4CC8-08A2-A0E6-33FFD24E5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C4185-1022-25AD-E6DE-2599D813A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Factorial Calculation </a:t>
            </a:r>
            <a:endParaRPr lang="en-P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55220D-ECD8-0507-3C71-C3CCA12E7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num = int(input('Enter a number: '))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factorial = 1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for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in range(1, num + 1):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    factorial *=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print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f'The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factorial of {num} is {factorial}')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17491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6D5D8-A9CC-A727-B751-FCD5C7FFB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Reverse a String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1D960-1972-0ADA-E982-55E7AF5A3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25625"/>
            <a:ext cx="10869168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/>
              <a:t>Write a Python program that asks the user for a string and prints the string in reverse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/>
              <a:t>Enter a String: Sharjeel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/>
              <a:t>Output: </a:t>
            </a:r>
            <a:r>
              <a:rPr lang="en-GB" dirty="0" err="1"/>
              <a:t>leejrahs</a:t>
            </a:r>
            <a:endParaRPr lang="en-GB" dirty="0"/>
          </a:p>
          <a:p>
            <a:pPr marL="0" indent="0">
              <a:lnSpc>
                <a:spcPct val="150000"/>
              </a:lnSpc>
              <a:buNone/>
            </a:pPr>
            <a:r>
              <a:rPr lang="en-GB" dirty="0"/>
              <a:t>Command: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solidFill>
                  <a:srgbClr val="FF0000"/>
                </a:solidFill>
              </a:rPr>
              <a:t>s = input('Enter a string: ')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print(</a:t>
            </a:r>
            <a:r>
              <a:rPr lang="en-GB" dirty="0" err="1">
                <a:solidFill>
                  <a:srgbClr val="FF0000"/>
                </a:solidFill>
              </a:rPr>
              <a:t>f'The</a:t>
            </a:r>
            <a:r>
              <a:rPr lang="en-GB" dirty="0">
                <a:solidFill>
                  <a:srgbClr val="FF0000"/>
                </a:solidFill>
              </a:rPr>
              <a:t> reverse of the string is {s[::-1]}')</a:t>
            </a:r>
            <a:endParaRPr lang="en-PK" dirty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98044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CADBE-FCF1-3706-C70E-27F04F090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D3B51-9985-3D12-A9E8-A914DC206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Reverse a String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ED80D-AB1B-A496-6D58-9E537D99A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25625"/>
            <a:ext cx="10869168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/>
              <a:t>Enter a String: Sharjeel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/>
              <a:t>Output: </a:t>
            </a:r>
            <a:r>
              <a:rPr lang="en-GB" dirty="0" err="1"/>
              <a:t>leejrahs</a:t>
            </a:r>
            <a:endParaRPr lang="en-GB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</a:rPr>
              <a:t>s[::-1] reads the string in reverse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solidFill>
                  <a:srgbClr val="FF0000"/>
                </a:solidFill>
              </a:rPr>
              <a:t>s = input('Enter a string: ')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print(</a:t>
            </a:r>
            <a:r>
              <a:rPr lang="en-GB" dirty="0" err="1">
                <a:solidFill>
                  <a:srgbClr val="FF0000"/>
                </a:solidFill>
              </a:rPr>
              <a:t>f'The</a:t>
            </a:r>
            <a:r>
              <a:rPr lang="en-GB" dirty="0">
                <a:solidFill>
                  <a:srgbClr val="FF0000"/>
                </a:solidFill>
              </a:rPr>
              <a:t> reverse of the string is 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{s[::-1]}')</a:t>
            </a:r>
            <a:endParaRPr lang="en-PK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P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877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D4CB1-073A-92BC-69F5-306FF227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CCF9B-B0FC-50B3-5A1C-D75F2A730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61199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1176</Words>
  <Application>Microsoft Office PowerPoint</Application>
  <PresentationFormat>Widescreen</PresentationFormat>
  <Paragraphs>132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Aptos Display</vt:lpstr>
      <vt:lpstr>Arial</vt:lpstr>
      <vt:lpstr>Arial Unicode MS</vt:lpstr>
      <vt:lpstr>Calibri</vt:lpstr>
      <vt:lpstr>Cambria Math</vt:lpstr>
      <vt:lpstr>Wingdings</vt:lpstr>
      <vt:lpstr>Office Theme</vt:lpstr>
      <vt:lpstr>PowerPoint Presentation</vt:lpstr>
      <vt:lpstr>Topics Covered</vt:lpstr>
      <vt:lpstr>Conditional Statments</vt:lpstr>
      <vt:lpstr>Loops (For and While)</vt:lpstr>
      <vt:lpstr>Loops (For and While)</vt:lpstr>
      <vt:lpstr>Indentation</vt:lpstr>
      <vt:lpstr>TASK</vt:lpstr>
      <vt:lpstr>Code</vt:lpstr>
      <vt:lpstr>For Loop</vt:lpstr>
      <vt:lpstr>For Loop</vt:lpstr>
      <vt:lpstr>For Loop</vt:lpstr>
      <vt:lpstr>While true</vt:lpstr>
      <vt:lpstr>While true</vt:lpstr>
      <vt:lpstr>Use of Continue in Loop</vt:lpstr>
      <vt:lpstr>Use of Continue in Loop</vt:lpstr>
      <vt:lpstr>Use of Continue in Loop</vt:lpstr>
      <vt:lpstr>Using Else with Loops</vt:lpstr>
      <vt:lpstr>Checking Prime Numbers</vt:lpstr>
      <vt:lpstr>Sum of Numbers Using Loops </vt:lpstr>
      <vt:lpstr>Sum of Numbers Using Loops </vt:lpstr>
      <vt:lpstr>Factorial Calculation </vt:lpstr>
      <vt:lpstr>Factorial Calculation </vt:lpstr>
      <vt:lpstr>Reverse a String </vt:lpstr>
      <vt:lpstr>Reverse a String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sharjeel afridi</dc:creator>
  <cp:lastModifiedBy>sharjeel afridi</cp:lastModifiedBy>
  <cp:revision>1</cp:revision>
  <dcterms:created xsi:type="dcterms:W3CDTF">2025-09-30T06:55:16Z</dcterms:created>
  <dcterms:modified xsi:type="dcterms:W3CDTF">2025-09-30T11:46:34Z</dcterms:modified>
</cp:coreProperties>
</file>