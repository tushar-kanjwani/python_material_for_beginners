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22" r:id="rId2"/>
    <p:sldId id="361" r:id="rId3"/>
    <p:sldId id="362" r:id="rId4"/>
    <p:sldId id="378" r:id="rId5"/>
    <p:sldId id="379" r:id="rId6"/>
    <p:sldId id="382" r:id="rId7"/>
    <p:sldId id="383" r:id="rId8"/>
    <p:sldId id="363" r:id="rId9"/>
    <p:sldId id="365" r:id="rId10"/>
    <p:sldId id="364" r:id="rId11"/>
    <p:sldId id="366" r:id="rId12"/>
    <p:sldId id="367" r:id="rId13"/>
    <p:sldId id="380" r:id="rId14"/>
    <p:sldId id="384" r:id="rId15"/>
    <p:sldId id="374" r:id="rId16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56" d="100"/>
          <a:sy n="56" d="100"/>
        </p:scale>
        <p:origin x="-1016" y="-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FEB72-F1DF-4A05-B0F3-0C484F814256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7F53F-71B8-482D-BA6E-CF14069EB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2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7F53F-71B8-482D-BA6E-CF14069EB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9048" y="913841"/>
            <a:ext cx="10153903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59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901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rgbClr val="404040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7817" y="1664751"/>
            <a:ext cx="8528685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404040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python-keywords/#the-break-keyword" TargetMode="External"/><Relationship Id="rId13" Type="http://schemas.openxmlformats.org/officeDocument/2006/relationships/hyperlink" Target="https://realpython.com/python-keywords/#the-finally-keyword" TargetMode="External"/><Relationship Id="rId18" Type="http://schemas.openxmlformats.org/officeDocument/2006/relationships/hyperlink" Target="https://realpython.com/python-keywords/#the-for-keyword" TargetMode="External"/><Relationship Id="rId26" Type="http://schemas.openxmlformats.org/officeDocument/2006/relationships/hyperlink" Target="https://realpython.com/python-keywords/#the-assert-keyword" TargetMode="External"/><Relationship Id="rId3" Type="http://schemas.openxmlformats.org/officeDocument/2006/relationships/hyperlink" Target="https://realpython.com/python-keywords/#the-await-keyword" TargetMode="External"/><Relationship Id="rId21" Type="http://schemas.openxmlformats.org/officeDocument/2006/relationships/hyperlink" Target="https://realpython.com/python-keywords/#the-as-keyword" TargetMode="External"/><Relationship Id="rId34" Type="http://schemas.openxmlformats.org/officeDocument/2006/relationships/hyperlink" Target="https://realpython.com/python-keywords/#the-or-keyword" TargetMode="External"/><Relationship Id="rId7" Type="http://schemas.openxmlformats.org/officeDocument/2006/relationships/hyperlink" Target="https://realpython.com/python-keywords/#the-none-keyword" TargetMode="External"/><Relationship Id="rId12" Type="http://schemas.openxmlformats.org/officeDocument/2006/relationships/hyperlink" Target="https://realpython.com/python-keywords/#the-class-keyword" TargetMode="External"/><Relationship Id="rId17" Type="http://schemas.openxmlformats.org/officeDocument/2006/relationships/hyperlink" Target="https://realpython.com/python-keywords/#the-continue-keyword" TargetMode="External"/><Relationship Id="rId25" Type="http://schemas.openxmlformats.org/officeDocument/2006/relationships/hyperlink" Target="https://realpython.com/python-keywords/#the-while-keyword" TargetMode="External"/><Relationship Id="rId33" Type="http://schemas.openxmlformats.org/officeDocument/2006/relationships/hyperlink" Target="https://realpython.com/python-keywords/#the-if-keyword" TargetMode="External"/><Relationship Id="rId2" Type="http://schemas.openxmlformats.org/officeDocument/2006/relationships/hyperlink" Target="https://realpython.com/python-keywords/#the-true-and-false-keywords" TargetMode="External"/><Relationship Id="rId16" Type="http://schemas.openxmlformats.org/officeDocument/2006/relationships/hyperlink" Target="https://realpython.com/python-keywords/#the-and-keyword" TargetMode="External"/><Relationship Id="rId20" Type="http://schemas.openxmlformats.org/officeDocument/2006/relationships/hyperlink" Target="https://realpython.com/python-keywords/#the-try-keyword" TargetMode="External"/><Relationship Id="rId29" Type="http://schemas.openxmlformats.org/officeDocument/2006/relationships/hyperlink" Target="https://realpython.com/python-keywords/#the-not-keywor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lpython.com/python-keywords/#the-pass-keyword" TargetMode="External"/><Relationship Id="rId11" Type="http://schemas.openxmlformats.org/officeDocument/2006/relationships/hyperlink" Target="https://realpython.com/python-keywords/#the-raise-keyword" TargetMode="External"/><Relationship Id="rId24" Type="http://schemas.openxmlformats.org/officeDocument/2006/relationships/hyperlink" Target="https://realpython.com/python-keywords/#the-nonlocal-keyword" TargetMode="External"/><Relationship Id="rId32" Type="http://schemas.openxmlformats.org/officeDocument/2006/relationships/hyperlink" Target="https://realpython.com/python-keywords/#the-elif-keyword" TargetMode="External"/><Relationship Id="rId5" Type="http://schemas.openxmlformats.org/officeDocument/2006/relationships/hyperlink" Target="https://realpython.com/python-keywords/#the-import-keyword" TargetMode="External"/><Relationship Id="rId15" Type="http://schemas.openxmlformats.org/officeDocument/2006/relationships/hyperlink" Target="https://realpython.com/python-keywords/#the-return-keyword" TargetMode="External"/><Relationship Id="rId23" Type="http://schemas.openxmlformats.org/officeDocument/2006/relationships/hyperlink" Target="https://realpython.com/python-keywords/#the-from-keyword" TargetMode="External"/><Relationship Id="rId28" Type="http://schemas.openxmlformats.org/officeDocument/2006/relationships/hyperlink" Target="https://realpython.com/python-keywords/#the-global-keyword" TargetMode="External"/><Relationship Id="rId10" Type="http://schemas.openxmlformats.org/officeDocument/2006/relationships/hyperlink" Target="https://realpython.com/python-keywords/#the-in-keyword" TargetMode="External"/><Relationship Id="rId19" Type="http://schemas.openxmlformats.org/officeDocument/2006/relationships/hyperlink" Target="https://realpython.com/python-keywords/#the-lambda-keyword" TargetMode="External"/><Relationship Id="rId31" Type="http://schemas.openxmlformats.org/officeDocument/2006/relationships/hyperlink" Target="https://realpython.com/python-keywords/#the-async-keyword" TargetMode="External"/><Relationship Id="rId4" Type="http://schemas.openxmlformats.org/officeDocument/2006/relationships/hyperlink" Target="https://realpython.com/python-keywords/#the-else-keyword" TargetMode="External"/><Relationship Id="rId9" Type="http://schemas.openxmlformats.org/officeDocument/2006/relationships/hyperlink" Target="https://realpython.com/python-keywords/#the-except-keyword" TargetMode="External"/><Relationship Id="rId14" Type="http://schemas.openxmlformats.org/officeDocument/2006/relationships/hyperlink" Target="https://realpython.com/python-keywords/#the-is-keyword" TargetMode="External"/><Relationship Id="rId22" Type="http://schemas.openxmlformats.org/officeDocument/2006/relationships/hyperlink" Target="https://realpython.com/python-keywords/#the-def-keyword" TargetMode="External"/><Relationship Id="rId27" Type="http://schemas.openxmlformats.org/officeDocument/2006/relationships/hyperlink" Target="https://realpython.com/python-keywords/#the-del-keyword" TargetMode="External"/><Relationship Id="rId30" Type="http://schemas.openxmlformats.org/officeDocument/2006/relationships/hyperlink" Target="https://realpython.com/python-keywords/#the-with-keyword" TargetMode="External"/><Relationship Id="rId35" Type="http://schemas.openxmlformats.org/officeDocument/2006/relationships/hyperlink" Target="https://realpython.com/python-keywords/#the-yield-keyword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828800"/>
            <a:ext cx="9144000" cy="1159088"/>
          </a:xfrm>
        </p:spPr>
        <p:txBody>
          <a:bodyPr>
            <a:noAutofit/>
          </a:bodyPr>
          <a:lstStyle/>
          <a:p>
            <a:pPr algn="ctr"/>
            <a:r>
              <a:rPr lang="en-US" sz="6600" u="none" dirty="0" smtClean="0"/>
              <a:t>Python Course</a:t>
            </a:r>
            <a:br>
              <a:rPr lang="en-US" sz="6600" u="none" dirty="0" smtClean="0"/>
            </a:br>
            <a:r>
              <a:rPr lang="en-US" sz="6600" u="none" dirty="0" smtClean="0"/>
              <a:t>Phase-02</a:t>
            </a:r>
            <a:endParaRPr lang="en-US" sz="6600" u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492155" y="4161596"/>
            <a:ext cx="9144000" cy="86078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By: Engr. Asif Ali</a:t>
            </a:r>
          </a:p>
          <a:p>
            <a:pPr algn="ctr"/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" y="0"/>
            <a:ext cx="1516176" cy="1272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155" y="0"/>
            <a:ext cx="1555845" cy="1146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191742"/>
            <a:ext cx="8807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Peoples’ Information Technology Program (PITP)</a:t>
            </a:r>
          </a:p>
          <a:p>
            <a:pPr algn="ctr"/>
            <a:r>
              <a:rPr lang="en-US" sz="2400" b="1" dirty="0" smtClean="0"/>
              <a:t>An Initiative by Information Science &amp; Technology Department,</a:t>
            </a:r>
          </a:p>
          <a:p>
            <a:pPr algn="ctr"/>
            <a:r>
              <a:rPr lang="en-US" sz="2400" b="1" dirty="0" smtClean="0"/>
              <a:t>Government of Sindh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1477328"/>
          </a:xfrm>
        </p:spPr>
        <p:txBody>
          <a:bodyPr/>
          <a:lstStyle/>
          <a:p>
            <a:pPr algn="ctr"/>
            <a:r>
              <a:rPr lang="en-US" u="none" dirty="0" smtClean="0"/>
              <a:t>Day-03</a:t>
            </a:r>
            <a:br>
              <a:rPr lang="en-US" u="none" dirty="0" smtClean="0"/>
            </a:br>
            <a:r>
              <a:rPr lang="en-US" u="none" dirty="0" smtClean="0"/>
              <a:t>Input, Output, and String Formatting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352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By: Engr. Asif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Contents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8528685" cy="437042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take input from user?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display the result?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Working with variables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data type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How to display string ?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concatenation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/>
              <a:t>String using f-string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2971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How to take input from user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35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2971800"/>
            <a:ext cx="8528685" cy="677108"/>
          </a:xfrm>
        </p:spPr>
        <p:txBody>
          <a:bodyPr/>
          <a:lstStyle/>
          <a:p>
            <a:pPr algn="ctr"/>
            <a:r>
              <a:rPr lang="en-US" dirty="0" smtClean="0"/>
              <a:t>How to display the result?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2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2533650" algn="l"/>
                <a:tab pos="10140315" algn="l"/>
              </a:tabLst>
            </a:pPr>
            <a:r>
              <a:rPr dirty="0"/>
              <a:t> 	</a:t>
            </a:r>
            <a:r>
              <a:rPr spc="-80" dirty="0"/>
              <a:t>Variable</a:t>
            </a:r>
            <a:r>
              <a:rPr spc="-120" dirty="0"/>
              <a:t> </a:t>
            </a:r>
            <a:r>
              <a:rPr spc="-45" dirty="0"/>
              <a:t>naming</a:t>
            </a:r>
            <a:r>
              <a:rPr spc="-95" dirty="0"/>
              <a:t> </a:t>
            </a:r>
            <a:r>
              <a:rPr spc="-40" dirty="0"/>
              <a:t>rules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76543"/>
            <a:ext cx="9996170" cy="3370579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3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like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3200" spc="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language.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40"/>
              </a:spcBef>
              <a:buAutoNum type="arabicPeriod"/>
              <a:tabLst>
                <a:tab pos="512445" algn="l"/>
                <a:tab pos="513080" algn="l"/>
                <a:tab pos="1478915" algn="l"/>
                <a:tab pos="2984500" algn="l"/>
                <a:tab pos="4286250" algn="l"/>
                <a:tab pos="4894580" algn="l"/>
                <a:tab pos="5845810" algn="l"/>
                <a:tab pos="6772275" algn="l"/>
                <a:tab pos="7948930" algn="l"/>
                <a:tab pos="8496300" algn="l"/>
                <a:tab pos="9625330" algn="l"/>
              </a:tabLst>
            </a:pPr>
            <a:r>
              <a:rPr sz="3200" spc="-5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ach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ariab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shoul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d	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	</a:t>
            </a:r>
            <a:r>
              <a:rPr sz="3200" spc="-4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art	with	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r	or	lo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er	or 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underscore</a:t>
            </a:r>
            <a:r>
              <a:rPr sz="3200" spc="-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signe.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460"/>
              </a:lnSpc>
              <a:spcBef>
                <a:spcPts val="1400"/>
              </a:spcBef>
              <a:buAutoNum type="arabicPeriod"/>
              <a:tabLst>
                <a:tab pos="322580" algn="l"/>
              </a:tabLst>
            </a:pP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7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contain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upper</a:t>
            </a:r>
            <a:r>
              <a:rPr sz="3200" spc="8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7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lower</a:t>
            </a:r>
            <a:r>
              <a:rPr sz="3200" spc="6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6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undersocre</a:t>
            </a:r>
            <a:r>
              <a:rPr sz="3200" spc="9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3200" spc="-7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number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other 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symbols.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21945" indent="-30988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322580" algn="l"/>
              </a:tabLst>
            </a:pPr>
            <a:r>
              <a:rPr sz="32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Variable</a:t>
            </a:r>
            <a:r>
              <a:rPr sz="3200" spc="3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name</a:t>
            </a:r>
            <a:r>
              <a:rPr sz="3200" spc="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cannot </a:t>
            </a:r>
            <a:r>
              <a:rPr sz="3200" spc="-2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start</a:t>
            </a:r>
            <a:r>
              <a:rPr sz="3200" spc="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3200" spc="-1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spc="-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space.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391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781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  <a:tabLst>
                <a:tab pos="1938655" algn="l"/>
                <a:tab pos="10140315" algn="l"/>
              </a:tabLst>
            </a:pPr>
            <a:r>
              <a:rPr dirty="0"/>
              <a:t> 	</a:t>
            </a:r>
            <a:r>
              <a:rPr spc="-75" dirty="0"/>
              <a:t>Keyword</a:t>
            </a:r>
            <a:r>
              <a:rPr spc="-140" dirty="0"/>
              <a:t> </a:t>
            </a:r>
            <a:r>
              <a:rPr spc="-25" dirty="0"/>
              <a:t>or</a:t>
            </a:r>
            <a:r>
              <a:rPr spc="-130" dirty="0"/>
              <a:t> </a:t>
            </a:r>
            <a:r>
              <a:rPr spc="-55" dirty="0"/>
              <a:t>Reserve</a:t>
            </a:r>
            <a:r>
              <a:rPr spc="-130" dirty="0"/>
              <a:t> </a:t>
            </a:r>
            <a:r>
              <a:rPr spc="-65" dirty="0"/>
              <a:t>words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183" y="1892236"/>
          <a:ext cx="11873229" cy="408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8925"/>
                <a:gridCol w="2503170"/>
                <a:gridCol w="2272665"/>
                <a:gridCol w="2463799"/>
                <a:gridCol w="3074670"/>
              </a:tblGrid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False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"/>
                        </a:rPr>
                        <a:t>await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4"/>
                        </a:rPr>
                        <a:t>else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5"/>
                        </a:rPr>
                        <a:t>import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6"/>
                        </a:rPr>
                        <a:t>pass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7"/>
                        </a:rPr>
                        <a:t>None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8"/>
                        </a:rPr>
                        <a:t>break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9"/>
                        </a:rPr>
                        <a:t>except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0"/>
                        </a:rPr>
                        <a:t>in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1"/>
                        </a:rPr>
                        <a:t>raise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3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"/>
                        </a:rPr>
                        <a:t>True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2"/>
                        </a:rPr>
                        <a:t>class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3"/>
                        </a:rPr>
                        <a:t>finally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4"/>
                        </a:rPr>
                        <a:t>is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5"/>
                        </a:rPr>
                        <a:t>return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6"/>
                        </a:rPr>
                        <a:t>and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7"/>
                        </a:rPr>
                        <a:t>continue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8"/>
                        </a:rPr>
                        <a:t>for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19"/>
                        </a:rPr>
                        <a:t>lambda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0"/>
                        </a:rPr>
                        <a:t>try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1"/>
                        </a:rPr>
                        <a:t>as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2"/>
                        </a:rPr>
                        <a:t>def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3"/>
                        </a:rPr>
                        <a:t>from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4"/>
                        </a:rPr>
                        <a:t>nonlocal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5"/>
                        </a:rPr>
                        <a:t>while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4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62776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6"/>
                        </a:rPr>
                        <a:t>assert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7"/>
                        </a:rPr>
                        <a:t>del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8"/>
                        </a:rPr>
                        <a:t>global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29"/>
                        </a:rPr>
                        <a:t>not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0"/>
                        </a:rPr>
                        <a:t>with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  <a:lnB w="9525">
                      <a:solidFill>
                        <a:srgbClr val="DEE1E6"/>
                      </a:solidFill>
                      <a:prstDash val="solid"/>
                    </a:lnB>
                  </a:tcPr>
                </a:tc>
              </a:tr>
              <a:tr h="322300">
                <a:tc>
                  <a:txBody>
                    <a:bodyPr/>
                    <a:lstStyle/>
                    <a:p>
                      <a:pPr marL="9080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1"/>
                        </a:rPr>
                        <a:t>async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2"/>
                        </a:rPr>
                        <a:t>elif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9145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10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3"/>
                        </a:rPr>
                        <a:t>if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13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4"/>
                        </a:rPr>
                        <a:t>or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ts val="2150"/>
                        </a:lnSpc>
                        <a:spcBef>
                          <a:spcPts val="285"/>
                        </a:spcBef>
                      </a:pPr>
                      <a:r>
                        <a:rPr sz="1800" u="heavy" spc="-5" dirty="0">
                          <a:solidFill>
                            <a:srgbClr val="2997E2"/>
                          </a:solidFill>
                          <a:uFill>
                            <a:solidFill>
                              <a:srgbClr val="2997E2"/>
                            </a:solidFill>
                          </a:uFill>
                          <a:latin typeface="Calibri" panose="020F0502020204030204"/>
                          <a:cs typeface="Calibri" panose="020F0502020204030204"/>
                          <a:hlinkClick r:id="rId35"/>
                        </a:rPr>
                        <a:t>yield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195" marB="0">
                    <a:lnT w="9525">
                      <a:solidFill>
                        <a:srgbClr val="DEE1E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42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concatenation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344709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/>
              <a:t>It is used to combine string.</a:t>
            </a:r>
          </a:p>
          <a:p>
            <a:r>
              <a:rPr lang="en-US" sz="3200" dirty="0" smtClean="0"/>
              <a:t>Example: 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</a:t>
            </a:r>
            <a:r>
              <a:rPr lang="en-US" sz="3200" dirty="0"/>
              <a:t>("My name </a:t>
            </a:r>
            <a:r>
              <a:rPr lang="en-US" sz="3200" dirty="0" err="1"/>
              <a:t>is,"+name</a:t>
            </a:r>
            <a:r>
              <a:rPr lang="en-US" sz="3200" dirty="0"/>
              <a:t>+" my city </a:t>
            </a:r>
            <a:r>
              <a:rPr lang="en-US" sz="3200" dirty="0" err="1"/>
              <a:t>is,"+city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My name </a:t>
            </a:r>
            <a:r>
              <a:rPr lang="en-US" sz="3200" dirty="0" err="1"/>
              <a:t>is,Asif</a:t>
            </a:r>
            <a:r>
              <a:rPr lang="en-US" sz="3200" dirty="0"/>
              <a:t> Ali my city </a:t>
            </a:r>
            <a:r>
              <a:rPr lang="en-US" sz="3200" dirty="0" err="1"/>
              <a:t>is,Daharki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data type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4217" y="1905000"/>
            <a:ext cx="8528685" cy="1354217"/>
          </a:xfrm>
        </p:spPr>
        <p:txBody>
          <a:bodyPr/>
          <a:lstStyle/>
          <a:p>
            <a:r>
              <a:rPr lang="en-US" dirty="0" smtClean="0"/>
              <a:t>name = “Asif Ali”;</a:t>
            </a:r>
          </a:p>
          <a:p>
            <a:r>
              <a:rPr lang="en-US" dirty="0" smtClean="0"/>
              <a:t>print(name);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Activity-01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924425"/>
          </a:xfrm>
        </p:spPr>
        <p:txBody>
          <a:bodyPr/>
          <a:lstStyle/>
          <a:p>
            <a:r>
              <a:rPr lang="en-US" sz="3200" dirty="0" smtClean="0"/>
              <a:t>Write a python that takes name, city, and country. Display the result.</a:t>
            </a:r>
          </a:p>
          <a:p>
            <a:endParaRPr lang="en-US" sz="3200" dirty="0" smtClean="0"/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Enter your name: Asif Ali</a:t>
            </a:r>
          </a:p>
          <a:p>
            <a:r>
              <a:rPr lang="en-US" sz="3200" dirty="0"/>
              <a:t>Enter your city: </a:t>
            </a:r>
            <a:r>
              <a:rPr lang="en-US" sz="3200" dirty="0" err="1"/>
              <a:t>Daharki</a:t>
            </a:r>
            <a:endParaRPr lang="en-US" sz="3200" dirty="0"/>
          </a:p>
          <a:p>
            <a:r>
              <a:rPr lang="en-US" sz="3200" dirty="0"/>
              <a:t>Enter your country: Pakistan</a:t>
            </a:r>
          </a:p>
          <a:p>
            <a:r>
              <a:rPr lang="en-US" sz="3200" dirty="0"/>
              <a:t>Hello, my name is Asif Ali my city is my country is Pakistan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String using f-string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3447098"/>
          </a:xfrm>
        </p:spPr>
        <p:txBody>
          <a:bodyPr/>
          <a:lstStyle/>
          <a:p>
            <a:r>
              <a:rPr lang="en-US" sz="3200" dirty="0" smtClean="0"/>
              <a:t>f-string is used to display string with the variables.</a:t>
            </a:r>
          </a:p>
          <a:p>
            <a:r>
              <a:rPr lang="en-US" sz="3200" dirty="0" smtClean="0"/>
              <a:t>Example:</a:t>
            </a:r>
          </a:p>
          <a:p>
            <a:r>
              <a:rPr lang="en-US" sz="3200" dirty="0"/>
              <a:t>name = "Asif </a:t>
            </a:r>
            <a:r>
              <a:rPr lang="en-US" sz="3200" dirty="0" smtClean="0"/>
              <a:t>Ali“</a:t>
            </a:r>
          </a:p>
          <a:p>
            <a:r>
              <a:rPr lang="en-US" sz="3200" dirty="0" smtClean="0"/>
              <a:t>city </a:t>
            </a:r>
            <a:r>
              <a:rPr lang="en-US" sz="3200" dirty="0"/>
              <a:t>= "</a:t>
            </a:r>
            <a:r>
              <a:rPr lang="en-US" sz="3200" dirty="0" err="1" smtClean="0"/>
              <a:t>Daharki</a:t>
            </a:r>
            <a:r>
              <a:rPr lang="en-US" sz="3200" dirty="0" smtClean="0"/>
              <a:t>“</a:t>
            </a:r>
          </a:p>
          <a:p>
            <a:r>
              <a:rPr lang="en-US" sz="3200" dirty="0" smtClean="0"/>
              <a:t>print(</a:t>
            </a:r>
            <a:r>
              <a:rPr lang="en-US" sz="3200" dirty="0" err="1" smtClean="0"/>
              <a:t>f'Hello</a:t>
            </a:r>
            <a:r>
              <a:rPr lang="en-US" sz="3200" dirty="0" smtClean="0"/>
              <a:t> </a:t>
            </a:r>
            <a:r>
              <a:rPr lang="en-US" sz="3200" dirty="0"/>
              <a:t>my is {name}, and my city is {city</a:t>
            </a:r>
            <a:r>
              <a:rPr lang="en-US" sz="3200" dirty="0" smtClean="0"/>
              <a:t>}')</a:t>
            </a:r>
          </a:p>
          <a:p>
            <a:r>
              <a:rPr lang="en-US" sz="3200" dirty="0" smtClean="0"/>
              <a:t>Sample Output:</a:t>
            </a:r>
          </a:p>
          <a:p>
            <a:r>
              <a:rPr lang="en-US" sz="3200" dirty="0"/>
              <a:t>Hello my is Asif Ali, and my city is </a:t>
            </a:r>
            <a:r>
              <a:rPr lang="en-US" sz="3200" dirty="0" err="1" smtClean="0"/>
              <a:t>Daharki</a:t>
            </a:r>
            <a:endParaRPr lang="en-US" sz="3200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738664"/>
          </a:xfrm>
        </p:spPr>
        <p:txBody>
          <a:bodyPr/>
          <a:lstStyle/>
          <a:p>
            <a:pPr algn="ctr"/>
            <a:r>
              <a:rPr lang="en-US" u="none" dirty="0" smtClean="0"/>
              <a:t>Activity-02</a:t>
            </a:r>
            <a:endParaRPr lang="en-US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8528685" cy="4308872"/>
          </a:xfrm>
        </p:spPr>
        <p:txBody>
          <a:bodyPr/>
          <a:lstStyle/>
          <a:p>
            <a:r>
              <a:rPr lang="en-US" sz="2800" dirty="0" smtClean="0"/>
              <a:t>Write a python that takes name, semester, department, and University. Display the result using f-string</a:t>
            </a:r>
          </a:p>
          <a:p>
            <a:r>
              <a:rPr lang="en-US" sz="2800" dirty="0" smtClean="0"/>
              <a:t>Sample Output: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Name</a:t>
            </a:r>
            <a:r>
              <a:rPr lang="en-US" sz="2800" dirty="0"/>
              <a:t>: Asif Ali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Semester: 2</a:t>
            </a:r>
            <a:endParaRPr lang="en-US" sz="2800" dirty="0"/>
          </a:p>
          <a:p>
            <a:r>
              <a:rPr lang="en-US" sz="2800" dirty="0"/>
              <a:t>Enter your </a:t>
            </a:r>
            <a:r>
              <a:rPr lang="en-US" sz="2800" dirty="0" smtClean="0"/>
              <a:t>Department: CSE</a:t>
            </a:r>
          </a:p>
          <a:p>
            <a:r>
              <a:rPr lang="en-US" sz="2800" dirty="0"/>
              <a:t>Enter your </a:t>
            </a:r>
            <a:r>
              <a:rPr lang="en-US" sz="2800" dirty="0" smtClean="0"/>
              <a:t>University: SIBAU</a:t>
            </a:r>
            <a:endParaRPr lang="en-US" sz="2800" dirty="0"/>
          </a:p>
          <a:p>
            <a:r>
              <a:rPr lang="en-US" sz="2800" dirty="0"/>
              <a:t>Hello, my name is Asif </a:t>
            </a:r>
            <a:r>
              <a:rPr lang="en-US" sz="2800" dirty="0" smtClean="0"/>
              <a:t>Ali, I am in semester 2, my department </a:t>
            </a:r>
            <a:r>
              <a:rPr lang="en-US" sz="2800" dirty="0"/>
              <a:t>is </a:t>
            </a:r>
            <a:r>
              <a:rPr lang="en-US" sz="2800" dirty="0" smtClean="0"/>
              <a:t>CSE and my University </a:t>
            </a:r>
            <a:r>
              <a:rPr lang="en-US" sz="2800" dirty="0"/>
              <a:t>is </a:t>
            </a:r>
            <a:r>
              <a:rPr lang="en-US" sz="2800" dirty="0" smtClean="0"/>
              <a:t>SIBAU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2031325"/>
          </a:xfrm>
        </p:spPr>
        <p:txBody>
          <a:bodyPr/>
          <a:lstStyle/>
          <a:p>
            <a:pPr algn="ctr"/>
            <a:r>
              <a:rPr lang="en-US" sz="4400" u="none" dirty="0" smtClean="0"/>
              <a:t>Activity-03: Write a python program that takes two numbers and perform addition, subtraction, multiplication, and division.</a:t>
            </a:r>
            <a:endParaRPr lang="en-US" sz="44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3352800"/>
            <a:ext cx="8528685" cy="2585323"/>
          </a:xfrm>
        </p:spPr>
        <p:txBody>
          <a:bodyPr/>
          <a:lstStyle/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Sum: 20</a:t>
            </a:r>
          </a:p>
          <a:p>
            <a:r>
              <a:rPr lang="en-US" sz="2800" dirty="0" smtClean="0"/>
              <a:t>Difference: 0</a:t>
            </a:r>
          </a:p>
          <a:p>
            <a:r>
              <a:rPr lang="en-US" sz="2800" dirty="0" smtClean="0"/>
              <a:t>Product: 100</a:t>
            </a:r>
          </a:p>
          <a:p>
            <a:r>
              <a:rPr lang="en-US" sz="2800" dirty="0" smtClean="0"/>
              <a:t>Division: 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2750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48" y="855760"/>
            <a:ext cx="10153903" cy="2708434"/>
          </a:xfrm>
        </p:spPr>
        <p:txBody>
          <a:bodyPr/>
          <a:lstStyle/>
          <a:p>
            <a:pPr algn="ctr"/>
            <a:r>
              <a:rPr lang="en-US" sz="4400" u="none" dirty="0" smtClean="0"/>
              <a:t>Activity-04: Write a python program that takes two numbers, your choice, and perform operation according to user’s choice.</a:t>
            </a:r>
            <a:endParaRPr lang="en-US" sz="4400" u="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3352800"/>
            <a:ext cx="8528685" cy="2154436"/>
          </a:xfrm>
        </p:spPr>
        <p:txBody>
          <a:bodyPr/>
          <a:lstStyle/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any number: 10</a:t>
            </a:r>
          </a:p>
          <a:p>
            <a:r>
              <a:rPr lang="en-US" sz="2800" dirty="0" smtClean="0"/>
              <a:t>Enter your choice: +, -, *, /</a:t>
            </a:r>
          </a:p>
          <a:p>
            <a:r>
              <a:rPr lang="en-US" sz="2800" dirty="0" smtClean="0"/>
              <a:t>Your choice: +</a:t>
            </a:r>
          </a:p>
          <a:p>
            <a:r>
              <a:rPr lang="en-US" sz="2800" dirty="0" smtClean="0"/>
              <a:t>Sum : 20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107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048" y="2438400"/>
            <a:ext cx="9648952" cy="1231106"/>
          </a:xfrm>
        </p:spPr>
        <p:txBody>
          <a:bodyPr/>
          <a:lstStyle/>
          <a:p>
            <a:pPr algn="ctr"/>
            <a:r>
              <a:rPr lang="en-US" sz="8000" dirty="0" smtClean="0"/>
              <a:t>Thank you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443</Words>
  <Application>Microsoft Office PowerPoint</Application>
  <PresentationFormat>Custom</PresentationFormat>
  <Paragraphs>108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Course Phase-02</vt:lpstr>
      <vt:lpstr>Day-03 Input, Output, and String Formatting</vt:lpstr>
      <vt:lpstr>Contents</vt:lpstr>
      <vt:lpstr>PowerPoint Presentation</vt:lpstr>
      <vt:lpstr>PowerPoint Presentation</vt:lpstr>
      <vt:lpstr>  Variable naming rules </vt:lpstr>
      <vt:lpstr>  Keyword or Reserve words </vt:lpstr>
      <vt:lpstr>String concatenation</vt:lpstr>
      <vt:lpstr>String data type</vt:lpstr>
      <vt:lpstr>Activity-01</vt:lpstr>
      <vt:lpstr>String using f-string</vt:lpstr>
      <vt:lpstr>Activity-02</vt:lpstr>
      <vt:lpstr>Activity-03: Write a python program that takes two numbers and perform addition, subtraction, multiplication, and division.</vt:lpstr>
      <vt:lpstr>Activity-04: Write a python program that takes two numbers, your choice, and perform operation according to user’s choice.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Asif Ali</dc:creator>
  <cp:lastModifiedBy>Asad Computers</cp:lastModifiedBy>
  <cp:revision>114</cp:revision>
  <dcterms:created xsi:type="dcterms:W3CDTF">2024-11-28T17:57:00Z</dcterms:created>
  <dcterms:modified xsi:type="dcterms:W3CDTF">2025-09-27T15:37:04Z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2022-03-09T10:00:00Z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2024-11-28T10:00:00Z</vt:filetime>
  </property>
  <property fmtid="{D5CDD505-2E9C-101B-9397-08002B2CF9AE}" pid="5" name="ICV">
    <vt:lpwstr>A12AD32ACB224BFF847B65E4E943D686_12</vt:lpwstr>
  </property>
  <property fmtid="{D5CDD505-2E9C-101B-9397-08002B2CF9AE}" pid="6" name="KSOProductBuildVer">
    <vt:lpwstr>1033-12.2.0.20326</vt:lpwstr>
  </property>
</Properties>
</file>