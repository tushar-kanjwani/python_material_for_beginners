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5" r:id="rId4"/>
    <p:sldId id="266" r:id="rId5"/>
    <p:sldId id="267" r:id="rId6"/>
    <p:sldId id="268" r:id="rId7"/>
    <p:sldId id="269" r:id="rId8"/>
    <p:sldId id="270" r:id="rId9"/>
    <p:sldId id="271" r:id="rId10"/>
    <p:sldId id="272" r:id="rId11"/>
    <p:sldId id="273" r:id="rId12"/>
    <p:sldId id="274" r:id="rId13"/>
    <p:sldId id="275" r:id="rId14"/>
    <p:sldId id="277" r:id="rId15"/>
    <p:sldId id="276" r:id="rId16"/>
    <p:sldId id="278" r:id="rId17"/>
    <p:sldId id="279" r:id="rId18"/>
    <p:sldId id="280" r:id="rId19"/>
    <p:sldId id="281" r:id="rId20"/>
    <p:sldId id="28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5" d="100"/>
          <a:sy n="115" d="100"/>
        </p:scale>
        <p:origin x="3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91D26B7E-7C30-493C-A98D-489F501512A9}"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ECFD98-49E5-4764-8B08-CE2FA2CB450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1296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1D26B7E-7C30-493C-A98D-489F501512A9}"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ECFD98-49E5-4764-8B08-CE2FA2CB4501}" type="slidenum">
              <a:rPr lang="en-US" smtClean="0"/>
              <a:t>‹#›</a:t>
            </a:fld>
            <a:endParaRPr lang="en-US"/>
          </a:p>
        </p:txBody>
      </p:sp>
    </p:spTree>
    <p:extLst>
      <p:ext uri="{BB962C8B-B14F-4D97-AF65-F5344CB8AC3E}">
        <p14:creationId xmlns:p14="http://schemas.microsoft.com/office/powerpoint/2010/main" val="3232205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1D26B7E-7C30-493C-A98D-489F501512A9}"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ECFD98-49E5-4764-8B08-CE2FA2CB450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8444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1D26B7E-7C30-493C-A98D-489F501512A9}" type="datetimeFigureOut">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ECFD98-49E5-4764-8B08-CE2FA2CB4501}" type="slidenum">
              <a:rPr lang="en-US" smtClean="0"/>
              <a:t>‹#›</a:t>
            </a:fld>
            <a:endParaRPr lang="en-US"/>
          </a:p>
        </p:txBody>
      </p:sp>
    </p:spTree>
    <p:extLst>
      <p:ext uri="{BB962C8B-B14F-4D97-AF65-F5344CB8AC3E}">
        <p14:creationId xmlns:p14="http://schemas.microsoft.com/office/powerpoint/2010/main" val="17483291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1D26B7E-7C30-493C-A98D-489F501512A9}" type="datetimeFigureOut">
              <a:rPr lang="en-US" smtClean="0"/>
              <a:t>10/9/2025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ECFD98-49E5-4764-8B08-CE2FA2CB4501}" type="slidenum">
              <a:rPr lang="en-US" smtClean="0"/>
              <a:t>‹#›</a:t>
            </a:fld>
            <a:endParaRPr lang="en-US"/>
          </a:p>
        </p:txBody>
      </p:sp>
    </p:spTree>
    <p:extLst>
      <p:ext uri="{BB962C8B-B14F-4D97-AF65-F5344CB8AC3E}">
        <p14:creationId xmlns:p14="http://schemas.microsoft.com/office/powerpoint/2010/main" val="3697063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1D26B7E-7C30-493C-A98D-489F501512A9}" type="datetimeFigureOut">
              <a:rPr lang="en-US" smtClean="0"/>
              <a:t>10/9/2025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ECFD98-49E5-4764-8B08-CE2FA2CB4501}" type="slidenum">
              <a:rPr lang="en-US" smtClean="0"/>
              <a:t>‹#›</a:t>
            </a:fld>
            <a:endParaRPr lang="en-US"/>
          </a:p>
        </p:txBody>
      </p:sp>
    </p:spTree>
    <p:extLst>
      <p:ext uri="{BB962C8B-B14F-4D97-AF65-F5344CB8AC3E}">
        <p14:creationId xmlns:p14="http://schemas.microsoft.com/office/powerpoint/2010/main" val="4235984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1D26B7E-7C30-493C-A98D-489F501512A9}" type="datetimeFigureOut">
              <a:rPr lang="en-US" smtClean="0"/>
              <a:t>10/9/2025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C3ECFD98-49E5-4764-8B08-CE2FA2CB4501}" type="slidenum">
              <a:rPr lang="en-US" smtClean="0"/>
              <a:t>‹#›</a:t>
            </a:fld>
            <a:endParaRPr lang="en-US"/>
          </a:p>
        </p:txBody>
      </p:sp>
    </p:spTree>
    <p:extLst>
      <p:ext uri="{BB962C8B-B14F-4D97-AF65-F5344CB8AC3E}">
        <p14:creationId xmlns:p14="http://schemas.microsoft.com/office/powerpoint/2010/main" val="20954605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1D26B7E-7C30-493C-A98D-489F501512A9}" type="datetimeFigureOut">
              <a:rPr lang="en-US" smtClean="0"/>
              <a:t>10/9/2025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3ECFD98-49E5-4764-8B08-CE2FA2CB4501}" type="slidenum">
              <a:rPr lang="en-US" smtClean="0"/>
              <a:t>‹#›</a:t>
            </a:fld>
            <a:endParaRPr lang="en-US"/>
          </a:p>
        </p:txBody>
      </p:sp>
    </p:spTree>
    <p:extLst>
      <p:ext uri="{BB962C8B-B14F-4D97-AF65-F5344CB8AC3E}">
        <p14:creationId xmlns:p14="http://schemas.microsoft.com/office/powerpoint/2010/main" val="40740325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1D26B7E-7C30-493C-A98D-489F501512A9}" type="datetimeFigureOut">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ECFD98-49E5-4764-8B08-CE2FA2CB4501}" type="slidenum">
              <a:rPr lang="en-US" smtClean="0"/>
              <a:t>‹#›</a:t>
            </a:fld>
            <a:endParaRPr lang="en-US"/>
          </a:p>
        </p:txBody>
      </p:sp>
    </p:spTree>
    <p:extLst>
      <p:ext uri="{BB962C8B-B14F-4D97-AF65-F5344CB8AC3E}">
        <p14:creationId xmlns:p14="http://schemas.microsoft.com/office/powerpoint/2010/main" val="3010989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1D26B7E-7C30-493C-A98D-489F501512A9}"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ECFD98-49E5-4764-8B08-CE2FA2CB4501}" type="slidenum">
              <a:rPr lang="en-US" smtClean="0"/>
              <a:t>‹#›</a:t>
            </a:fld>
            <a:endParaRPr lang="en-US"/>
          </a:p>
        </p:txBody>
      </p:sp>
    </p:spTree>
    <p:extLst>
      <p:ext uri="{BB962C8B-B14F-4D97-AF65-F5344CB8AC3E}">
        <p14:creationId xmlns:p14="http://schemas.microsoft.com/office/powerpoint/2010/main" val="1924785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1D26B7E-7C30-493C-A98D-489F501512A9}"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ECFD98-49E5-4764-8B08-CE2FA2CB4501}" type="slidenum">
              <a:rPr lang="en-US" smtClean="0"/>
              <a:t>‹#›</a:t>
            </a:fld>
            <a:endParaRPr lang="en-US"/>
          </a:p>
        </p:txBody>
      </p:sp>
    </p:spTree>
    <p:extLst>
      <p:ext uri="{BB962C8B-B14F-4D97-AF65-F5344CB8AC3E}">
        <p14:creationId xmlns:p14="http://schemas.microsoft.com/office/powerpoint/2010/main" val="1432366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1D26B7E-7C30-493C-A98D-489F501512A9}" type="datetimeFigureOut">
              <a:rPr lang="en-US" smtClean="0"/>
              <a:t>10/9/2025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C3ECFD98-49E5-4764-8B08-CE2FA2CB450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5749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ctr"/>
            <a:r>
              <a:rPr lang="en-US" dirty="0" smtClean="0"/>
              <a:t>Week-03</a:t>
            </a:r>
            <a:br>
              <a:rPr lang="en-US" dirty="0" smtClean="0"/>
            </a:br>
            <a:r>
              <a:rPr lang="en-US" dirty="0" smtClean="0"/>
              <a:t>Day-04</a:t>
            </a:r>
            <a:br>
              <a:rPr lang="en-US" dirty="0" smtClean="0"/>
            </a:br>
            <a:r>
              <a:rPr lang="en-US" b="1" dirty="0"/>
              <a:t>Error Handling and Debugging </a:t>
            </a:r>
            <a:endParaRPr lang="en-US" dirty="0"/>
          </a:p>
        </p:txBody>
      </p:sp>
      <p:sp>
        <p:nvSpPr>
          <p:cNvPr id="3" name="Subtitle 2"/>
          <p:cNvSpPr>
            <a:spLocks noGrp="1"/>
          </p:cNvSpPr>
          <p:nvPr>
            <p:ph type="subTitle" idx="1"/>
          </p:nvPr>
        </p:nvSpPr>
        <p:spPr/>
        <p:txBody>
          <a:bodyPr/>
          <a:lstStyle/>
          <a:p>
            <a:pPr algn="ctr"/>
            <a:r>
              <a:rPr lang="en-US" dirty="0" smtClean="0"/>
              <a:t>By: Engr. Asif </a:t>
            </a:r>
            <a:r>
              <a:rPr lang="en-US" dirty="0" err="1" smtClean="0"/>
              <a:t>ali</a:t>
            </a:r>
            <a:endParaRPr lang="en-US" dirty="0"/>
          </a:p>
        </p:txBody>
      </p:sp>
    </p:spTree>
    <p:extLst>
      <p:ext uri="{BB962C8B-B14F-4D97-AF65-F5344CB8AC3E}">
        <p14:creationId xmlns:p14="http://schemas.microsoft.com/office/powerpoint/2010/main" val="38027150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Contents </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q"/>
            </a:pPr>
            <a:r>
              <a:rPr lang="en-US" sz="3200" dirty="0" smtClean="0"/>
              <a:t>Different types of errors in python</a:t>
            </a:r>
          </a:p>
          <a:p>
            <a:pPr>
              <a:buFont typeface="Wingdings" panose="05000000000000000000" pitchFamily="2" charset="2"/>
              <a:buChar char="q"/>
            </a:pPr>
            <a:r>
              <a:rPr lang="en-US" sz="3200" dirty="0" smtClean="0"/>
              <a:t>Uses of ‘try’ and ‘except’ blocks for error handling.</a:t>
            </a:r>
          </a:p>
          <a:p>
            <a:pPr>
              <a:buFont typeface="Wingdings" panose="05000000000000000000" pitchFamily="2" charset="2"/>
              <a:buChar char="q"/>
            </a:pPr>
            <a:r>
              <a:rPr lang="en-US" sz="3200" dirty="0" smtClean="0"/>
              <a:t>Learn basic debugging techniques and how to handle user input errors.</a:t>
            </a:r>
          </a:p>
        </p:txBody>
      </p:sp>
    </p:spTree>
    <p:extLst>
      <p:ext uri="{BB962C8B-B14F-4D97-AF65-F5344CB8AC3E}">
        <p14:creationId xmlns:p14="http://schemas.microsoft.com/office/powerpoint/2010/main" val="31605585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1760" rIns="0" bIns="0" rtlCol="0">
            <a:spAutoFit/>
          </a:bodyPr>
          <a:lstStyle/>
          <a:p>
            <a:pPr marL="1047750" marR="5080" indent="-1035050">
              <a:lnSpc>
                <a:spcPts val="4390"/>
              </a:lnSpc>
              <a:spcBef>
                <a:spcPts val="880"/>
              </a:spcBef>
            </a:pPr>
            <a:r>
              <a:rPr lang="en-US" sz="4300" spc="-55" dirty="0" smtClean="0"/>
              <a:t>Types of Error in Python</a:t>
            </a:r>
            <a:endParaRPr sz="4300" dirty="0"/>
          </a:p>
        </p:txBody>
      </p:sp>
      <p:sp>
        <p:nvSpPr>
          <p:cNvPr id="4" name="Content Placeholder 3"/>
          <p:cNvSpPr>
            <a:spLocks noGrp="1"/>
          </p:cNvSpPr>
          <p:nvPr>
            <p:ph idx="1"/>
          </p:nvPr>
        </p:nvSpPr>
        <p:spPr/>
        <p:txBody>
          <a:bodyPr/>
          <a:lstStyle/>
          <a:p>
            <a:pPr>
              <a:buFont typeface="Wingdings" panose="05000000000000000000" pitchFamily="2" charset="2"/>
              <a:buChar char="Ø"/>
            </a:pPr>
            <a:r>
              <a:rPr lang="en-US" dirty="0" smtClean="0"/>
              <a:t>ZeroDivisionError</a:t>
            </a:r>
          </a:p>
          <a:p>
            <a:pPr>
              <a:buFont typeface="Wingdings" panose="05000000000000000000" pitchFamily="2" charset="2"/>
              <a:buChar char="Ø"/>
            </a:pPr>
            <a:r>
              <a:rPr lang="en-US" dirty="0" smtClean="0"/>
              <a:t>ValueError</a:t>
            </a:r>
          </a:p>
          <a:p>
            <a:pPr>
              <a:buFont typeface="Wingdings" panose="05000000000000000000" pitchFamily="2" charset="2"/>
              <a:buChar char="Ø"/>
            </a:pPr>
            <a:r>
              <a:rPr lang="en-US" dirty="0" err="1" smtClean="0"/>
              <a:t>FileNotFoundError</a:t>
            </a:r>
            <a:endParaRPr lang="en-US" dirty="0" smtClean="0"/>
          </a:p>
          <a:p>
            <a:pPr>
              <a:buFont typeface="Wingdings" panose="05000000000000000000" pitchFamily="2" charset="2"/>
              <a:buChar char="Ø"/>
            </a:pPr>
            <a:r>
              <a:rPr lang="en-US" dirty="0" smtClean="0"/>
              <a:t>IndexError</a:t>
            </a:r>
          </a:p>
          <a:p>
            <a:pPr marL="0" indent="0">
              <a:buNone/>
            </a:pPr>
            <a:endParaRPr lang="en-US" dirty="0"/>
          </a:p>
        </p:txBody>
      </p:sp>
    </p:spTree>
    <p:extLst>
      <p:ext uri="{BB962C8B-B14F-4D97-AF65-F5344CB8AC3E}">
        <p14:creationId xmlns:p14="http://schemas.microsoft.com/office/powerpoint/2010/main" val="590741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7280" y="1055699"/>
            <a:ext cx="10058400" cy="681661"/>
          </a:xfrm>
          <a:prstGeom prst="rect">
            <a:avLst/>
          </a:prstGeom>
        </p:spPr>
        <p:txBody>
          <a:bodyPr vert="horz" wrap="square" lIns="0" tIns="111760" rIns="0" bIns="0" rtlCol="0">
            <a:spAutoFit/>
          </a:bodyPr>
          <a:lstStyle/>
          <a:p>
            <a:pPr marL="1047750" marR="5080" indent="-1035050">
              <a:lnSpc>
                <a:spcPts val="4390"/>
              </a:lnSpc>
              <a:spcBef>
                <a:spcPts val="880"/>
              </a:spcBef>
            </a:pPr>
            <a:r>
              <a:rPr lang="en-US" sz="4300" spc="-55" dirty="0" smtClean="0"/>
              <a:t>1. ZeroDivisionError</a:t>
            </a:r>
            <a:endParaRPr sz="4300" dirty="0"/>
          </a:p>
        </p:txBody>
      </p:sp>
      <p:sp>
        <p:nvSpPr>
          <p:cNvPr id="4" name="Content Placeholder 3"/>
          <p:cNvSpPr>
            <a:spLocks noGrp="1"/>
          </p:cNvSpPr>
          <p:nvPr>
            <p:ph idx="1"/>
          </p:nvPr>
        </p:nvSpPr>
        <p:spPr/>
        <p:txBody>
          <a:bodyPr>
            <a:normAutofit/>
          </a:bodyPr>
          <a:lstStyle/>
          <a:p>
            <a:pPr>
              <a:buFont typeface="Wingdings" panose="05000000000000000000" pitchFamily="2" charset="2"/>
              <a:buChar char="Ø"/>
            </a:pPr>
            <a:r>
              <a:rPr lang="en-US" sz="3200" dirty="0" smtClean="0"/>
              <a:t>When we divide any number by zero then this error will occur.</a:t>
            </a:r>
            <a:endParaRPr lang="en-US" sz="3200" dirty="0"/>
          </a:p>
        </p:txBody>
      </p:sp>
    </p:spTree>
    <p:extLst>
      <p:ext uri="{BB962C8B-B14F-4D97-AF65-F5344CB8AC3E}">
        <p14:creationId xmlns:p14="http://schemas.microsoft.com/office/powerpoint/2010/main" val="546818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7280" y="1055699"/>
            <a:ext cx="10058400" cy="681661"/>
          </a:xfrm>
          <a:prstGeom prst="rect">
            <a:avLst/>
          </a:prstGeom>
        </p:spPr>
        <p:txBody>
          <a:bodyPr vert="horz" wrap="square" lIns="0" tIns="111760" rIns="0" bIns="0" rtlCol="0">
            <a:spAutoFit/>
          </a:bodyPr>
          <a:lstStyle/>
          <a:p>
            <a:pPr marL="1047750" marR="5080" indent="-1035050">
              <a:lnSpc>
                <a:spcPts val="4390"/>
              </a:lnSpc>
              <a:spcBef>
                <a:spcPts val="880"/>
              </a:spcBef>
            </a:pPr>
            <a:r>
              <a:rPr lang="en-US" sz="4300" spc="-55" dirty="0" smtClean="0"/>
              <a:t>1. ZeroDivisionError</a:t>
            </a:r>
            <a:endParaRPr sz="4300" dirty="0"/>
          </a:p>
        </p:txBody>
      </p:sp>
      <p:sp>
        <p:nvSpPr>
          <p:cNvPr id="4" name="Content Placeholder 3"/>
          <p:cNvSpPr>
            <a:spLocks noGrp="1"/>
          </p:cNvSpPr>
          <p:nvPr>
            <p:ph idx="1"/>
          </p:nvPr>
        </p:nvSpPr>
        <p:spPr/>
        <p:txBody>
          <a:bodyPr>
            <a:normAutofit/>
          </a:bodyPr>
          <a:lstStyle/>
          <a:p>
            <a:pPr marL="0" indent="0">
              <a:buNone/>
            </a:pPr>
            <a:r>
              <a:rPr lang="en-US" sz="3200" dirty="0" smtClean="0"/>
              <a:t>Example:</a:t>
            </a:r>
          </a:p>
          <a:p>
            <a:pPr marL="0" indent="0">
              <a:buNone/>
            </a:pPr>
            <a:r>
              <a:rPr lang="en-US" sz="3200" dirty="0"/>
              <a:t>n = </a:t>
            </a:r>
            <a:r>
              <a:rPr lang="en-US" sz="3200" dirty="0" err="1"/>
              <a:t>int</a:t>
            </a:r>
            <a:r>
              <a:rPr lang="en-US" sz="3200" dirty="0"/>
              <a:t>(input('Enter any number: '))</a:t>
            </a:r>
          </a:p>
          <a:p>
            <a:pPr marL="0" indent="0">
              <a:buNone/>
            </a:pPr>
            <a:r>
              <a:rPr lang="en-US" sz="3200" dirty="0"/>
              <a:t>r = 10 / n</a:t>
            </a:r>
          </a:p>
          <a:p>
            <a:pPr marL="0" indent="0">
              <a:buNone/>
            </a:pPr>
            <a:r>
              <a:rPr lang="en-US" sz="3200" dirty="0"/>
              <a:t>print(r)</a:t>
            </a:r>
          </a:p>
          <a:p>
            <a:pPr marL="0" indent="0">
              <a:buNone/>
            </a:pPr>
            <a:r>
              <a:rPr lang="en-US" sz="3200" dirty="0" smtClean="0"/>
              <a:t>Output:</a:t>
            </a:r>
          </a:p>
          <a:p>
            <a:pPr marL="0" indent="0">
              <a:buNone/>
            </a:pPr>
            <a:r>
              <a:rPr lang="en-US" sz="3200" dirty="0"/>
              <a:t>ZeroDivisionError: division by zero</a:t>
            </a:r>
          </a:p>
        </p:txBody>
      </p:sp>
    </p:spTree>
    <p:extLst>
      <p:ext uri="{BB962C8B-B14F-4D97-AF65-F5344CB8AC3E}">
        <p14:creationId xmlns:p14="http://schemas.microsoft.com/office/powerpoint/2010/main" val="1687892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7280" y="1055699"/>
            <a:ext cx="10058400" cy="681661"/>
          </a:xfrm>
          <a:prstGeom prst="rect">
            <a:avLst/>
          </a:prstGeom>
        </p:spPr>
        <p:txBody>
          <a:bodyPr vert="horz" wrap="square" lIns="0" tIns="111760" rIns="0" bIns="0" rtlCol="0">
            <a:spAutoFit/>
          </a:bodyPr>
          <a:lstStyle/>
          <a:p>
            <a:pPr marL="1047750" marR="5080" indent="-1035050">
              <a:lnSpc>
                <a:spcPts val="4390"/>
              </a:lnSpc>
              <a:spcBef>
                <a:spcPts val="880"/>
              </a:spcBef>
            </a:pPr>
            <a:r>
              <a:rPr lang="en-US" sz="4300" spc="-55" dirty="0" smtClean="0"/>
              <a:t>1. ZeroDivisionError using try and except</a:t>
            </a:r>
            <a:endParaRPr sz="4300" dirty="0"/>
          </a:p>
        </p:txBody>
      </p:sp>
      <p:sp>
        <p:nvSpPr>
          <p:cNvPr id="4" name="Content Placeholder 3"/>
          <p:cNvSpPr>
            <a:spLocks noGrp="1"/>
          </p:cNvSpPr>
          <p:nvPr>
            <p:ph idx="1"/>
          </p:nvPr>
        </p:nvSpPr>
        <p:spPr/>
        <p:txBody>
          <a:bodyPr>
            <a:normAutofit/>
          </a:bodyPr>
          <a:lstStyle/>
          <a:p>
            <a:pPr marL="0" indent="0">
              <a:buNone/>
            </a:pPr>
            <a:r>
              <a:rPr lang="en-US" sz="3200" dirty="0" smtClean="0"/>
              <a:t>Example:</a:t>
            </a:r>
          </a:p>
          <a:p>
            <a:pPr marL="0" indent="0">
              <a:buNone/>
            </a:pPr>
            <a:r>
              <a:rPr lang="en-US" sz="3200" dirty="0" smtClean="0"/>
              <a:t>try:</a:t>
            </a:r>
          </a:p>
          <a:p>
            <a:pPr marL="0" indent="0">
              <a:buNone/>
            </a:pPr>
            <a:r>
              <a:rPr lang="en-US" sz="3200" dirty="0"/>
              <a:t> </a:t>
            </a:r>
            <a:r>
              <a:rPr lang="en-US" sz="3200" dirty="0" smtClean="0"/>
              <a:t>      n </a:t>
            </a:r>
            <a:r>
              <a:rPr lang="en-US" sz="3200" dirty="0"/>
              <a:t>= </a:t>
            </a:r>
            <a:r>
              <a:rPr lang="en-US" sz="3200" dirty="0" err="1"/>
              <a:t>int</a:t>
            </a:r>
            <a:r>
              <a:rPr lang="en-US" sz="3200" dirty="0"/>
              <a:t>(input('Enter any number: </a:t>
            </a:r>
            <a:r>
              <a:rPr lang="en-US" sz="3200" dirty="0" smtClean="0"/>
              <a:t>'))</a:t>
            </a:r>
            <a:r>
              <a:rPr lang="en-US" sz="3200" dirty="0" smtClean="0"/>
              <a:t>    </a:t>
            </a:r>
          </a:p>
          <a:p>
            <a:pPr marL="0" indent="0">
              <a:buNone/>
            </a:pPr>
            <a:r>
              <a:rPr lang="en-US" sz="3200" dirty="0"/>
              <a:t> </a:t>
            </a:r>
            <a:r>
              <a:rPr lang="en-US" sz="3200" dirty="0" smtClean="0"/>
              <a:t>      </a:t>
            </a:r>
            <a:r>
              <a:rPr lang="en-US" sz="3200" dirty="0" smtClean="0"/>
              <a:t>r </a:t>
            </a:r>
            <a:r>
              <a:rPr lang="en-US" sz="3200" dirty="0"/>
              <a:t>= 10 / n</a:t>
            </a:r>
          </a:p>
          <a:p>
            <a:pPr marL="0" indent="0">
              <a:buNone/>
            </a:pPr>
            <a:r>
              <a:rPr lang="en-US" sz="3200" dirty="0"/>
              <a:t>except ZeroDivisionError:</a:t>
            </a:r>
          </a:p>
          <a:p>
            <a:pPr marL="0" indent="0">
              <a:buNone/>
            </a:pPr>
            <a:r>
              <a:rPr lang="en-US" sz="3200" dirty="0"/>
              <a:t>    print('It is invalid number')</a:t>
            </a:r>
          </a:p>
        </p:txBody>
      </p:sp>
    </p:spTree>
    <p:extLst>
      <p:ext uri="{BB962C8B-B14F-4D97-AF65-F5344CB8AC3E}">
        <p14:creationId xmlns:p14="http://schemas.microsoft.com/office/powerpoint/2010/main" val="16067410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 ValueError</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sz="3200" dirty="0" smtClean="0"/>
              <a:t>When we enter invalid number then this error will be occurred.</a:t>
            </a:r>
            <a:endParaRPr lang="en-US" sz="3200" dirty="0"/>
          </a:p>
        </p:txBody>
      </p:sp>
    </p:spTree>
    <p:extLst>
      <p:ext uri="{BB962C8B-B14F-4D97-AF65-F5344CB8AC3E}">
        <p14:creationId xmlns:p14="http://schemas.microsoft.com/office/powerpoint/2010/main" val="4240026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 </a:t>
            </a:r>
            <a:r>
              <a:rPr lang="en-US" dirty="0" err="1" smtClean="0"/>
              <a:t>ValueError</a:t>
            </a:r>
            <a:r>
              <a:rPr lang="en-US" dirty="0" smtClean="0"/>
              <a:t> </a:t>
            </a:r>
            <a:endParaRPr lang="en-US" dirty="0"/>
          </a:p>
        </p:txBody>
      </p:sp>
      <p:sp>
        <p:nvSpPr>
          <p:cNvPr id="3" name="Content Placeholder 2"/>
          <p:cNvSpPr>
            <a:spLocks noGrp="1"/>
          </p:cNvSpPr>
          <p:nvPr>
            <p:ph idx="1"/>
          </p:nvPr>
        </p:nvSpPr>
        <p:spPr/>
        <p:txBody>
          <a:bodyPr>
            <a:normAutofit/>
          </a:bodyPr>
          <a:lstStyle/>
          <a:p>
            <a:pPr marL="0" indent="0">
              <a:buNone/>
            </a:pPr>
            <a:r>
              <a:rPr lang="en-US" sz="3200" dirty="0" smtClean="0"/>
              <a:t>Example:</a:t>
            </a:r>
          </a:p>
          <a:p>
            <a:pPr marL="0" indent="0">
              <a:buNone/>
            </a:pPr>
            <a:r>
              <a:rPr lang="en-US" sz="3200" dirty="0"/>
              <a:t>n = int(input('Enter any number: '))</a:t>
            </a:r>
          </a:p>
          <a:p>
            <a:pPr marL="0" indent="0">
              <a:buNone/>
            </a:pPr>
            <a:r>
              <a:rPr lang="en-US" sz="3200" dirty="0"/>
              <a:t>print(n+5</a:t>
            </a:r>
            <a:r>
              <a:rPr lang="en-US" sz="3200" dirty="0" smtClean="0"/>
              <a:t>)</a:t>
            </a:r>
          </a:p>
          <a:p>
            <a:pPr marL="0" indent="0">
              <a:buNone/>
            </a:pPr>
            <a:r>
              <a:rPr lang="en-US" sz="3200" dirty="0" smtClean="0"/>
              <a:t>Output:</a:t>
            </a:r>
          </a:p>
          <a:p>
            <a:pPr marL="0" indent="0">
              <a:buNone/>
            </a:pPr>
            <a:r>
              <a:rPr lang="en-US" sz="3200" dirty="0"/>
              <a:t>ValueError: invalid literal for int() with base 10: 'a'</a:t>
            </a:r>
          </a:p>
        </p:txBody>
      </p:sp>
    </p:spTree>
    <p:extLst>
      <p:ext uri="{BB962C8B-B14F-4D97-AF65-F5344CB8AC3E}">
        <p14:creationId xmlns:p14="http://schemas.microsoft.com/office/powerpoint/2010/main" val="3754250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 ValueError using try and except</a:t>
            </a:r>
            <a:endParaRPr lang="en-US" dirty="0"/>
          </a:p>
        </p:txBody>
      </p:sp>
      <p:sp>
        <p:nvSpPr>
          <p:cNvPr id="3" name="Content Placeholder 2"/>
          <p:cNvSpPr>
            <a:spLocks noGrp="1"/>
          </p:cNvSpPr>
          <p:nvPr>
            <p:ph idx="1"/>
          </p:nvPr>
        </p:nvSpPr>
        <p:spPr>
          <a:xfrm>
            <a:off x="1213658" y="1937174"/>
            <a:ext cx="10058400" cy="4023360"/>
          </a:xfrm>
        </p:spPr>
        <p:txBody>
          <a:bodyPr>
            <a:normAutofit/>
          </a:bodyPr>
          <a:lstStyle/>
          <a:p>
            <a:pPr marL="0" indent="0">
              <a:buNone/>
            </a:pPr>
            <a:r>
              <a:rPr lang="en-US" sz="3200" dirty="0" smtClean="0"/>
              <a:t>Example:</a:t>
            </a:r>
          </a:p>
          <a:p>
            <a:pPr marL="0" indent="0">
              <a:buNone/>
            </a:pPr>
            <a:r>
              <a:rPr lang="en-US" sz="3200" dirty="0"/>
              <a:t>try:</a:t>
            </a:r>
          </a:p>
          <a:p>
            <a:pPr marL="0" indent="0">
              <a:buNone/>
            </a:pPr>
            <a:r>
              <a:rPr lang="en-US" sz="3200" dirty="0"/>
              <a:t>    n = int(input('Enter any number: '))</a:t>
            </a:r>
          </a:p>
          <a:p>
            <a:pPr marL="0" indent="0">
              <a:buNone/>
            </a:pPr>
            <a:r>
              <a:rPr lang="en-US" sz="3200" dirty="0"/>
              <a:t>except ValueError:</a:t>
            </a:r>
          </a:p>
          <a:p>
            <a:pPr marL="0" indent="0">
              <a:buNone/>
            </a:pPr>
            <a:r>
              <a:rPr lang="en-US" sz="3200" dirty="0"/>
              <a:t>    print('It is an invalid number')</a:t>
            </a:r>
          </a:p>
        </p:txBody>
      </p:sp>
    </p:spTree>
    <p:extLst>
      <p:ext uri="{BB962C8B-B14F-4D97-AF65-F5344CB8AC3E}">
        <p14:creationId xmlns:p14="http://schemas.microsoft.com/office/powerpoint/2010/main" val="856402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a:t>
            </a:r>
            <a:r>
              <a:rPr lang="en-US" dirty="0" smtClean="0"/>
              <a:t>. </a:t>
            </a:r>
            <a:r>
              <a:rPr lang="en-US" dirty="0" smtClean="0"/>
              <a:t>IndexErrror</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sz="4000" dirty="0" smtClean="0"/>
              <a:t>When we access an index that doesn’t exist in the list then this error will occur.</a:t>
            </a:r>
            <a:endParaRPr lang="en-US" sz="4000" dirty="0"/>
          </a:p>
        </p:txBody>
      </p:sp>
    </p:spTree>
    <p:extLst>
      <p:ext uri="{BB962C8B-B14F-4D97-AF65-F5344CB8AC3E}">
        <p14:creationId xmlns:p14="http://schemas.microsoft.com/office/powerpoint/2010/main" val="14048376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a:t>
            </a:r>
            <a:r>
              <a:rPr lang="en-US" dirty="0" smtClean="0"/>
              <a:t>. </a:t>
            </a:r>
            <a:r>
              <a:rPr lang="en-US" dirty="0" smtClean="0"/>
              <a:t>IndexErrror</a:t>
            </a:r>
            <a:endParaRPr lang="en-US" dirty="0"/>
          </a:p>
        </p:txBody>
      </p:sp>
      <p:sp>
        <p:nvSpPr>
          <p:cNvPr id="3" name="Content Placeholder 2"/>
          <p:cNvSpPr>
            <a:spLocks noGrp="1"/>
          </p:cNvSpPr>
          <p:nvPr>
            <p:ph idx="1"/>
          </p:nvPr>
        </p:nvSpPr>
        <p:spPr/>
        <p:txBody>
          <a:bodyPr>
            <a:normAutofit/>
          </a:bodyPr>
          <a:lstStyle/>
          <a:p>
            <a:pPr marL="0" indent="0">
              <a:buNone/>
            </a:pPr>
            <a:r>
              <a:rPr lang="en-US" sz="3200" dirty="0" smtClean="0"/>
              <a:t>Example:</a:t>
            </a:r>
          </a:p>
          <a:p>
            <a:pPr marL="0" indent="0">
              <a:buNone/>
            </a:pPr>
            <a:r>
              <a:rPr lang="en-US" sz="3200" dirty="0"/>
              <a:t>number = [1,2,3]</a:t>
            </a:r>
          </a:p>
          <a:p>
            <a:pPr marL="0" indent="0">
              <a:buNone/>
            </a:pPr>
            <a:r>
              <a:rPr lang="en-US" sz="3200" dirty="0"/>
              <a:t>print(number[3</a:t>
            </a:r>
            <a:r>
              <a:rPr lang="en-US" sz="3200" dirty="0" smtClean="0"/>
              <a:t>])</a:t>
            </a:r>
          </a:p>
          <a:p>
            <a:pPr marL="0" indent="0">
              <a:buNone/>
            </a:pPr>
            <a:r>
              <a:rPr lang="en-US" sz="3200" dirty="0" smtClean="0"/>
              <a:t>Output:</a:t>
            </a:r>
          </a:p>
          <a:p>
            <a:pPr marL="0" indent="0">
              <a:buNone/>
            </a:pPr>
            <a:r>
              <a:rPr lang="en-US" sz="3200" dirty="0"/>
              <a:t>IndexError: list index out of range</a:t>
            </a:r>
          </a:p>
        </p:txBody>
      </p:sp>
    </p:spTree>
    <p:extLst>
      <p:ext uri="{BB962C8B-B14F-4D97-AF65-F5344CB8AC3E}">
        <p14:creationId xmlns:p14="http://schemas.microsoft.com/office/powerpoint/2010/main" val="9782962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a:t>
            </a:r>
            <a:r>
              <a:rPr lang="en-US" dirty="0" smtClean="0"/>
              <a:t>. </a:t>
            </a:r>
            <a:r>
              <a:rPr lang="en-US" dirty="0" smtClean="0"/>
              <a:t>IndexErrror</a:t>
            </a:r>
            <a:endParaRPr lang="en-US" dirty="0"/>
          </a:p>
        </p:txBody>
      </p:sp>
      <p:sp>
        <p:nvSpPr>
          <p:cNvPr id="3" name="Content Placeholder 2"/>
          <p:cNvSpPr>
            <a:spLocks noGrp="1"/>
          </p:cNvSpPr>
          <p:nvPr>
            <p:ph idx="1"/>
          </p:nvPr>
        </p:nvSpPr>
        <p:spPr/>
        <p:txBody>
          <a:bodyPr>
            <a:normAutofit/>
          </a:bodyPr>
          <a:lstStyle/>
          <a:p>
            <a:pPr marL="0" indent="0">
              <a:buNone/>
            </a:pPr>
            <a:r>
              <a:rPr lang="en-US" sz="3200" dirty="0" smtClean="0"/>
              <a:t>Example:</a:t>
            </a:r>
          </a:p>
          <a:p>
            <a:pPr marL="0" indent="0">
              <a:buNone/>
            </a:pPr>
            <a:r>
              <a:rPr lang="en-US" sz="3200" dirty="0"/>
              <a:t>number = [1,2,3]</a:t>
            </a:r>
          </a:p>
          <a:p>
            <a:pPr marL="0" indent="0">
              <a:buNone/>
            </a:pPr>
            <a:r>
              <a:rPr lang="en-US" sz="3200" dirty="0"/>
              <a:t>try:</a:t>
            </a:r>
          </a:p>
          <a:p>
            <a:pPr marL="0" indent="0">
              <a:buNone/>
            </a:pPr>
            <a:r>
              <a:rPr lang="en-US" sz="3200" dirty="0"/>
              <a:t>    print(number[3])</a:t>
            </a:r>
          </a:p>
          <a:p>
            <a:pPr marL="0" indent="0">
              <a:buNone/>
            </a:pPr>
            <a:r>
              <a:rPr lang="en-US" sz="3200" dirty="0"/>
              <a:t>except IndexError:</a:t>
            </a:r>
          </a:p>
          <a:p>
            <a:pPr marL="0" indent="0">
              <a:buNone/>
            </a:pPr>
            <a:r>
              <a:rPr lang="en-US" sz="3200" dirty="0"/>
              <a:t>    print('Index error')</a:t>
            </a:r>
            <a:endParaRPr lang="en-US" sz="3200" dirty="0" smtClean="0"/>
          </a:p>
        </p:txBody>
      </p:sp>
    </p:spTree>
    <p:extLst>
      <p:ext uri="{BB962C8B-B14F-4D97-AF65-F5344CB8AC3E}">
        <p14:creationId xmlns:p14="http://schemas.microsoft.com/office/powerpoint/2010/main" val="26983612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4647" y="598825"/>
            <a:ext cx="10058400" cy="4023360"/>
          </a:xfrm>
        </p:spPr>
        <p:txBody>
          <a:bodyPr>
            <a:normAutofit/>
          </a:bodyPr>
          <a:lstStyle/>
          <a:p>
            <a:endParaRPr lang="en-US" sz="3200" dirty="0" smtClean="0"/>
          </a:p>
          <a:p>
            <a:endParaRPr lang="en-US" sz="3200" dirty="0"/>
          </a:p>
          <a:p>
            <a:endParaRPr lang="en-US" sz="3200" dirty="0" smtClean="0"/>
          </a:p>
          <a:p>
            <a:pPr algn="ctr"/>
            <a:r>
              <a:rPr lang="en-US" sz="3200" dirty="0"/>
              <a:t>t</a:t>
            </a:r>
            <a:r>
              <a:rPr lang="en-US" sz="3200" dirty="0" smtClean="0"/>
              <a:t>ry and except block</a:t>
            </a:r>
            <a:endParaRPr lang="en-US" sz="3200" dirty="0"/>
          </a:p>
        </p:txBody>
      </p:sp>
    </p:spTree>
    <p:extLst>
      <p:ext uri="{BB962C8B-B14F-4D97-AF65-F5344CB8AC3E}">
        <p14:creationId xmlns:p14="http://schemas.microsoft.com/office/powerpoint/2010/main" val="9118073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try, except</a:t>
            </a:r>
            <a:endParaRPr lang="en-US" dirty="0"/>
          </a:p>
        </p:txBody>
      </p:sp>
      <p:sp>
        <p:nvSpPr>
          <p:cNvPr id="3" name="Content Placeholder 2"/>
          <p:cNvSpPr>
            <a:spLocks noGrp="1"/>
          </p:cNvSpPr>
          <p:nvPr>
            <p:ph idx="1"/>
          </p:nvPr>
        </p:nvSpPr>
        <p:spPr/>
        <p:txBody>
          <a:bodyPr/>
          <a:lstStyle/>
          <a:p>
            <a:r>
              <a:rPr lang="en-US" dirty="0" smtClean="0"/>
              <a:t>Example:</a:t>
            </a:r>
          </a:p>
          <a:p>
            <a:r>
              <a:rPr lang="en-US" dirty="0" smtClean="0"/>
              <a:t>try</a:t>
            </a:r>
            <a:r>
              <a:rPr lang="en-US" dirty="0"/>
              <a:t>:</a:t>
            </a:r>
          </a:p>
          <a:p>
            <a:r>
              <a:rPr lang="en-US" dirty="0"/>
              <a:t>    n = int(input("Enter any number: "))</a:t>
            </a:r>
          </a:p>
          <a:p>
            <a:r>
              <a:rPr lang="en-US" dirty="0"/>
              <a:t>    r = 10/n</a:t>
            </a:r>
          </a:p>
          <a:p>
            <a:r>
              <a:rPr lang="en-US" dirty="0"/>
              <a:t>except ZeroDivisionError:</a:t>
            </a:r>
          </a:p>
          <a:p>
            <a:r>
              <a:rPr lang="en-US" dirty="0"/>
              <a:t>    print('Division by zero is not possible')</a:t>
            </a:r>
          </a:p>
          <a:p>
            <a:r>
              <a:rPr lang="en-US" dirty="0"/>
              <a:t>except ValueError:</a:t>
            </a:r>
          </a:p>
          <a:p>
            <a:r>
              <a:rPr lang="en-US" dirty="0"/>
              <a:t>    print('Entered an invalid number')</a:t>
            </a:r>
          </a:p>
          <a:p>
            <a:endParaRPr lang="en-US" dirty="0"/>
          </a:p>
          <a:p>
            <a:endParaRPr lang="en-US" dirty="0"/>
          </a:p>
        </p:txBody>
      </p:sp>
    </p:spTree>
    <p:extLst>
      <p:ext uri="{BB962C8B-B14F-4D97-AF65-F5344CB8AC3E}">
        <p14:creationId xmlns:p14="http://schemas.microsoft.com/office/powerpoint/2010/main" val="37721408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try , except, else</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Example:</a:t>
            </a:r>
          </a:p>
          <a:p>
            <a:r>
              <a:rPr lang="en-US" dirty="0"/>
              <a:t>try:</a:t>
            </a:r>
          </a:p>
          <a:p>
            <a:r>
              <a:rPr lang="en-US" dirty="0"/>
              <a:t>    n = int(input("Enter any number: "))</a:t>
            </a:r>
          </a:p>
          <a:p>
            <a:r>
              <a:rPr lang="en-US" dirty="0"/>
              <a:t>    r = 10/n</a:t>
            </a:r>
          </a:p>
          <a:p>
            <a:r>
              <a:rPr lang="en-US" dirty="0"/>
              <a:t>except ZeroDivisionError:</a:t>
            </a:r>
          </a:p>
          <a:p>
            <a:r>
              <a:rPr lang="en-US" dirty="0"/>
              <a:t>    print('Division by zero is not possible')</a:t>
            </a:r>
          </a:p>
          <a:p>
            <a:r>
              <a:rPr lang="en-US" dirty="0"/>
              <a:t>except ValueError:</a:t>
            </a:r>
          </a:p>
          <a:p>
            <a:r>
              <a:rPr lang="en-US" dirty="0"/>
              <a:t>    print('Entered an invalid number')</a:t>
            </a:r>
          </a:p>
          <a:p>
            <a:r>
              <a:rPr lang="en-US" dirty="0"/>
              <a:t>else:</a:t>
            </a:r>
          </a:p>
          <a:p>
            <a:r>
              <a:rPr lang="en-US" dirty="0"/>
              <a:t>    print(r)</a:t>
            </a:r>
          </a:p>
          <a:p>
            <a:endParaRPr lang="en-US" dirty="0"/>
          </a:p>
        </p:txBody>
      </p:sp>
    </p:spTree>
    <p:extLst>
      <p:ext uri="{BB962C8B-B14F-4D97-AF65-F5344CB8AC3E}">
        <p14:creationId xmlns:p14="http://schemas.microsoft.com/office/powerpoint/2010/main" val="3092908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try , except, finally</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Example:</a:t>
            </a:r>
          </a:p>
          <a:p>
            <a:r>
              <a:rPr lang="en-US" dirty="0"/>
              <a:t>try:</a:t>
            </a:r>
          </a:p>
          <a:p>
            <a:r>
              <a:rPr lang="en-US" dirty="0"/>
              <a:t>    n = int(input("Enter any number: "))</a:t>
            </a:r>
          </a:p>
          <a:p>
            <a:r>
              <a:rPr lang="en-US" dirty="0"/>
              <a:t>    r = 10/n</a:t>
            </a:r>
          </a:p>
          <a:p>
            <a:r>
              <a:rPr lang="en-US" dirty="0"/>
              <a:t>except ZeroDivisionError:</a:t>
            </a:r>
          </a:p>
          <a:p>
            <a:r>
              <a:rPr lang="en-US" dirty="0"/>
              <a:t>    print('Division by zero is not possible')</a:t>
            </a:r>
          </a:p>
          <a:p>
            <a:r>
              <a:rPr lang="en-US" dirty="0"/>
              <a:t>except ValueError:</a:t>
            </a:r>
          </a:p>
          <a:p>
            <a:r>
              <a:rPr lang="en-US" dirty="0"/>
              <a:t>    print('Entered an invalid number')</a:t>
            </a:r>
          </a:p>
          <a:p>
            <a:r>
              <a:rPr lang="en-US" dirty="0"/>
              <a:t>finally:</a:t>
            </a:r>
          </a:p>
          <a:p>
            <a:r>
              <a:rPr lang="en-US" dirty="0"/>
              <a:t>    print('End of the program')</a:t>
            </a:r>
          </a:p>
        </p:txBody>
      </p:sp>
    </p:spTree>
    <p:extLst>
      <p:ext uri="{BB962C8B-B14F-4D97-AF65-F5344CB8AC3E}">
        <p14:creationId xmlns:p14="http://schemas.microsoft.com/office/powerpoint/2010/main" val="6324262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Custom exception</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Example:</a:t>
            </a:r>
          </a:p>
          <a:p>
            <a:r>
              <a:rPr lang="en-US" dirty="0" smtClean="0"/>
              <a:t>n </a:t>
            </a:r>
            <a:r>
              <a:rPr lang="en-US" dirty="0"/>
              <a:t>= int(input("Enter any number: "))</a:t>
            </a:r>
          </a:p>
          <a:p>
            <a:r>
              <a:rPr lang="en-US" dirty="0" err="1"/>
              <a:t>def</a:t>
            </a:r>
            <a:r>
              <a:rPr lang="en-US" dirty="0"/>
              <a:t> </a:t>
            </a:r>
            <a:r>
              <a:rPr lang="en-US" dirty="0" err="1"/>
              <a:t>check_age</a:t>
            </a:r>
            <a:r>
              <a:rPr lang="en-US" dirty="0"/>
              <a:t>(n):</a:t>
            </a:r>
          </a:p>
          <a:p>
            <a:r>
              <a:rPr lang="en-US" dirty="0"/>
              <a:t>    if n&lt;10:</a:t>
            </a:r>
          </a:p>
          <a:p>
            <a:r>
              <a:rPr lang="en-US" dirty="0"/>
              <a:t>        raise ValueError('Age must be greater than 10')</a:t>
            </a:r>
          </a:p>
          <a:p>
            <a:r>
              <a:rPr lang="en-US" dirty="0"/>
              <a:t>    else:</a:t>
            </a:r>
          </a:p>
          <a:p>
            <a:r>
              <a:rPr lang="en-US" dirty="0"/>
              <a:t>        print('Access Denied')</a:t>
            </a:r>
          </a:p>
          <a:p>
            <a:r>
              <a:rPr lang="en-US" dirty="0"/>
              <a:t>try:</a:t>
            </a:r>
          </a:p>
          <a:p>
            <a:r>
              <a:rPr lang="en-US" dirty="0"/>
              <a:t>    </a:t>
            </a:r>
            <a:r>
              <a:rPr lang="en-US" dirty="0" err="1"/>
              <a:t>check_age</a:t>
            </a:r>
            <a:r>
              <a:rPr lang="en-US" dirty="0"/>
              <a:t>(n)</a:t>
            </a:r>
          </a:p>
          <a:p>
            <a:r>
              <a:rPr lang="en-US" dirty="0"/>
              <a:t>except ValueError as e:</a:t>
            </a:r>
          </a:p>
          <a:p>
            <a:r>
              <a:rPr lang="en-US" dirty="0"/>
              <a:t>    print(e)</a:t>
            </a:r>
          </a:p>
        </p:txBody>
      </p:sp>
    </p:spTree>
    <p:extLst>
      <p:ext uri="{BB962C8B-B14F-4D97-AF65-F5344CB8AC3E}">
        <p14:creationId xmlns:p14="http://schemas.microsoft.com/office/powerpoint/2010/main" val="13590868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Activity-01</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smtClean="0"/>
              <a:t>Write a python program that takes input from user and check the entered the number. If the user enter invalid number it should takes input continuously until user enter correct number and display ‘Entered number is correct!’</a:t>
            </a:r>
            <a:endParaRPr lang="en-US" dirty="0"/>
          </a:p>
        </p:txBody>
      </p:sp>
    </p:spTree>
    <p:extLst>
      <p:ext uri="{BB962C8B-B14F-4D97-AF65-F5344CB8AC3E}">
        <p14:creationId xmlns:p14="http://schemas.microsoft.com/office/powerpoint/2010/main" val="33503390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Activity-02</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a:t>Write a program that catches both `ValueError` and `ZeroDivisionError </a:t>
            </a:r>
          </a:p>
        </p:txBody>
      </p:sp>
    </p:spTree>
    <p:extLst>
      <p:ext uri="{BB962C8B-B14F-4D97-AF65-F5344CB8AC3E}">
        <p14:creationId xmlns:p14="http://schemas.microsoft.com/office/powerpoint/2010/main" val="39404634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Assignment Task</a:t>
            </a:r>
            <a:endParaRPr lang="en-US" dirty="0"/>
          </a:p>
        </p:txBody>
      </p:sp>
      <p:sp>
        <p:nvSpPr>
          <p:cNvPr id="3" name="Content Placeholder 2"/>
          <p:cNvSpPr>
            <a:spLocks noGrp="1"/>
          </p:cNvSpPr>
          <p:nvPr>
            <p:ph idx="1"/>
          </p:nvPr>
        </p:nvSpPr>
        <p:spPr/>
        <p:txBody>
          <a:bodyPr/>
          <a:lstStyle/>
          <a:p>
            <a:r>
              <a:rPr lang="en-US" dirty="0" smtClean="0"/>
              <a:t>Complete the </a:t>
            </a:r>
            <a:r>
              <a:rPr lang="en-US" dirty="0" smtClean="0"/>
              <a:t>Week-03 Day-04 tasks and assignment </a:t>
            </a:r>
            <a:r>
              <a:rPr lang="en-US" dirty="0" smtClean="0"/>
              <a:t>task</a:t>
            </a:r>
            <a:endParaRPr lang="en-US" dirty="0"/>
          </a:p>
        </p:txBody>
      </p:sp>
    </p:spTree>
    <p:extLst>
      <p:ext uri="{BB962C8B-B14F-4D97-AF65-F5344CB8AC3E}">
        <p14:creationId xmlns:p14="http://schemas.microsoft.com/office/powerpoint/2010/main" val="126029559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229</TotalTime>
  <Words>550</Words>
  <Application>Microsoft Office PowerPoint</Application>
  <PresentationFormat>Widescreen</PresentationFormat>
  <Paragraphs>109</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Calibri</vt:lpstr>
      <vt:lpstr>Calibri Light</vt:lpstr>
      <vt:lpstr>Wingdings</vt:lpstr>
      <vt:lpstr>Retrospect</vt:lpstr>
      <vt:lpstr>Week-03 Day-04 Error Handling and Debugging </vt:lpstr>
      <vt:lpstr>Contents </vt:lpstr>
      <vt:lpstr>Types of Error in Python</vt:lpstr>
      <vt:lpstr>1. ZeroDivisionError</vt:lpstr>
      <vt:lpstr>1. ZeroDivisionError</vt:lpstr>
      <vt:lpstr>1. ZeroDivisionError using try and except</vt:lpstr>
      <vt:lpstr>2. ValueError</vt:lpstr>
      <vt:lpstr>2. ValueError </vt:lpstr>
      <vt:lpstr>2. ValueError using try and except</vt:lpstr>
      <vt:lpstr>3. IndexErrror</vt:lpstr>
      <vt:lpstr>3. IndexErrror</vt:lpstr>
      <vt:lpstr>3. IndexErrror</vt:lpstr>
      <vt:lpstr>PowerPoint Presentation</vt:lpstr>
      <vt:lpstr>try, except</vt:lpstr>
      <vt:lpstr>try , except, else</vt:lpstr>
      <vt:lpstr>try , except, finally</vt:lpstr>
      <vt:lpstr>Custom exception</vt:lpstr>
      <vt:lpstr>Activity-01</vt:lpstr>
      <vt:lpstr>Activity-02</vt:lpstr>
      <vt:lpstr>Assignment Task</vt:lpstr>
    </vt:vector>
  </TitlesOfParts>
  <Company>HP</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Week-01 Day-04 Conditional statements and Loops</dc:title>
  <dc:creator>Engr Asif Ali</dc:creator>
  <cp:lastModifiedBy>Engr Asif Ali</cp:lastModifiedBy>
  <cp:revision>40</cp:revision>
  <dcterms:created xsi:type="dcterms:W3CDTF">2025-03-14T05:12:14Z</dcterms:created>
  <dcterms:modified xsi:type="dcterms:W3CDTF">2025-10-09T08:27:01Z</dcterms:modified>
</cp:coreProperties>
</file>