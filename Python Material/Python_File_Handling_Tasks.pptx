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-1736" y="-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File Handling </a:t>
            </a:r>
            <a:br>
              <a:rPr lang="en-US" dirty="0" smtClean="0"/>
            </a:br>
            <a:r>
              <a:rPr lang="en-US" dirty="0" smtClean="0"/>
              <a:t>Tasks</a:t>
            </a:r>
            <a:br>
              <a:rPr lang="en-US" dirty="0" smtClean="0"/>
            </a:br>
            <a:r>
              <a:rPr lang="en-US" dirty="0" smtClean="0"/>
              <a:t>Week-04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By: Engr. Asif Ali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40704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python program that c</a:t>
            </a:r>
            <a:r>
              <a:rPr dirty="0" smtClean="0"/>
              <a:t>reate </a:t>
            </a:r>
            <a:r>
              <a:rPr dirty="0"/>
              <a:t>a file named notes.txt and write "Hello, Python!" into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with </a:t>
            </a:r>
            <a:r>
              <a:rPr dirty="0"/>
              <a:t>open("notes.txt", "w") as file:</a:t>
            </a:r>
          </a:p>
          <a:p>
            <a:pPr marL="0" indent="0">
              <a:buNone/>
            </a:pPr>
            <a:r>
              <a:rPr dirty="0"/>
              <a:t>    file.write("Hello, Python!")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print</a:t>
            </a:r>
            <a:r>
              <a:rPr dirty="0"/>
              <a:t>("File written successfully.")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python program that r</a:t>
            </a:r>
            <a:r>
              <a:rPr dirty="0" smtClean="0"/>
              <a:t>ead </a:t>
            </a:r>
            <a:r>
              <a:rPr dirty="0"/>
              <a:t>and print the contents of notes.txt.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with </a:t>
            </a:r>
            <a:r>
              <a:rPr dirty="0"/>
              <a:t>open("notes.txt", "r") as file:</a:t>
            </a:r>
          </a:p>
          <a:p>
            <a:pPr marL="0" indent="0">
              <a:buNone/>
            </a:pPr>
            <a:r>
              <a:rPr dirty="0"/>
              <a:t>    content = </a:t>
            </a:r>
            <a:r>
              <a:rPr dirty="0" err="1"/>
              <a:t>file.read</a:t>
            </a:r>
            <a:r>
              <a:rPr dirty="0"/>
              <a:t>()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dirty="0" smtClean="0"/>
              <a:t>print</a:t>
            </a:r>
            <a:r>
              <a:rPr dirty="0"/>
              <a:t>("File content:", content)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python program that a</a:t>
            </a:r>
            <a:r>
              <a:rPr dirty="0" smtClean="0"/>
              <a:t>ppend </a:t>
            </a:r>
            <a:r>
              <a:rPr dirty="0"/>
              <a:t>"This is a new line." to notes.txt.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with </a:t>
            </a:r>
            <a:r>
              <a:rPr dirty="0"/>
              <a:t>open("notes.txt", "a") as file:</a:t>
            </a:r>
          </a:p>
          <a:p>
            <a:pPr marL="0" indent="0">
              <a:buNone/>
            </a:pPr>
            <a:r>
              <a:rPr dirty="0"/>
              <a:t>    file.write("\</a:t>
            </a:r>
            <a:r>
              <a:rPr dirty="0" err="1"/>
              <a:t>nThis</a:t>
            </a:r>
            <a:r>
              <a:rPr dirty="0"/>
              <a:t> is a new line.")</a:t>
            </a:r>
          </a:p>
          <a:p>
            <a:pPr marL="0" indent="0">
              <a:buNone/>
            </a:pPr>
            <a:r>
              <a:rPr dirty="0"/>
              <a:t>print("Text appended.")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python program that c</a:t>
            </a:r>
            <a:r>
              <a:rPr dirty="0" smtClean="0"/>
              <a:t>ount </a:t>
            </a:r>
            <a:r>
              <a:rPr dirty="0"/>
              <a:t>how many lines are in notes.txt.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with </a:t>
            </a:r>
            <a:r>
              <a:rPr dirty="0"/>
              <a:t>open("notes.txt", "r") as file:</a:t>
            </a:r>
          </a:p>
          <a:p>
            <a:pPr marL="0" indent="0">
              <a:buNone/>
            </a:pPr>
            <a:r>
              <a:rPr dirty="0"/>
              <a:t>    lines = </a:t>
            </a:r>
            <a:r>
              <a:rPr dirty="0" err="1"/>
              <a:t>file.readlines</a:t>
            </a:r>
            <a:r>
              <a:rPr dirty="0"/>
              <a:t>()</a:t>
            </a:r>
          </a:p>
          <a:p>
            <a:pPr marL="0" indent="0">
              <a:buNone/>
            </a:pPr>
            <a:r>
              <a:rPr dirty="0"/>
              <a:t>print("Number of lines:", </a:t>
            </a:r>
            <a:r>
              <a:rPr dirty="0" err="1"/>
              <a:t>len</a:t>
            </a:r>
            <a:r>
              <a:rPr dirty="0"/>
              <a:t>(lines))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python program that c</a:t>
            </a:r>
            <a:r>
              <a:rPr dirty="0" smtClean="0"/>
              <a:t>opy </a:t>
            </a:r>
            <a:r>
              <a:rPr dirty="0"/>
              <a:t>all text from notes.txt into a new file called copy.txt.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with </a:t>
            </a:r>
            <a:r>
              <a:rPr dirty="0"/>
              <a:t>open("notes.txt", "r") as </a:t>
            </a:r>
            <a:r>
              <a:rPr dirty="0" err="1"/>
              <a:t>src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 content = </a:t>
            </a:r>
            <a:r>
              <a:rPr dirty="0" err="1"/>
              <a:t>src.read</a:t>
            </a:r>
            <a:r>
              <a:rPr dirty="0"/>
              <a:t>()</a:t>
            </a:r>
          </a:p>
          <a:p>
            <a:pPr marL="0" indent="0">
              <a:buNone/>
            </a:pPr>
            <a:r>
              <a:rPr dirty="0"/>
              <a:t>with open("copy.txt", "w") as </a:t>
            </a:r>
            <a:r>
              <a:rPr dirty="0" err="1"/>
              <a:t>dest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dest.write</a:t>
            </a:r>
            <a:r>
              <a:rPr dirty="0"/>
              <a:t>(content)</a:t>
            </a:r>
          </a:p>
          <a:p>
            <a:pPr marL="0" indent="0">
              <a:buNone/>
            </a:pPr>
            <a:r>
              <a:rPr dirty="0"/>
              <a:t>print("File copied to copy.txt")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python program that a</a:t>
            </a:r>
            <a:r>
              <a:rPr dirty="0" smtClean="0"/>
              <a:t>sk </a:t>
            </a:r>
            <a:r>
              <a:rPr dirty="0"/>
              <a:t>the user for a word and check if it exists in notes.txt.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dirty="0" smtClean="0"/>
              <a:t>word </a:t>
            </a:r>
            <a:r>
              <a:rPr dirty="0"/>
              <a:t>= input("Enter a word to search: ")</a:t>
            </a:r>
          </a:p>
          <a:p>
            <a:pPr marL="0" indent="0">
              <a:buNone/>
            </a:pPr>
            <a:r>
              <a:rPr dirty="0"/>
              <a:t>with open("notes.txt", "r") as file:</a:t>
            </a:r>
          </a:p>
          <a:p>
            <a:pPr marL="0" indent="0">
              <a:buNone/>
            </a:pPr>
            <a:r>
              <a:rPr dirty="0"/>
              <a:t>    text = </a:t>
            </a:r>
            <a:r>
              <a:rPr dirty="0" err="1"/>
              <a:t>file.read</a:t>
            </a:r>
            <a:r>
              <a:rPr dirty="0"/>
              <a:t>()</a:t>
            </a:r>
          </a:p>
          <a:p>
            <a:pPr marL="0" indent="0">
              <a:buNone/>
            </a:pPr>
            <a:r>
              <a:rPr dirty="0"/>
              <a:t>if word in text:</a:t>
            </a:r>
          </a:p>
          <a:p>
            <a:pPr marL="0" indent="0">
              <a:buNone/>
            </a:pPr>
            <a:r>
              <a:rPr dirty="0"/>
              <a:t>    print(</a:t>
            </a:r>
            <a:r>
              <a:rPr dirty="0" err="1"/>
              <a:t>f"The</a:t>
            </a:r>
            <a:r>
              <a:rPr dirty="0"/>
              <a:t> word {word} was found in the file.")</a:t>
            </a:r>
          </a:p>
          <a:p>
            <a:pPr marL="0" indent="0">
              <a:buNone/>
            </a:pPr>
            <a:r>
              <a:rPr dirty="0"/>
              <a:t>else:</a:t>
            </a:r>
          </a:p>
          <a:p>
            <a:pPr marL="0" indent="0">
              <a:buNone/>
            </a:pPr>
            <a:r>
              <a:rPr dirty="0"/>
              <a:t>    print(</a:t>
            </a:r>
            <a:r>
              <a:rPr dirty="0" err="1"/>
              <a:t>f"The</a:t>
            </a:r>
            <a:r>
              <a:rPr dirty="0"/>
              <a:t> word {word} was NOT found in the file.")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Task 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Write a python program that c</a:t>
            </a:r>
            <a:r>
              <a:rPr dirty="0" smtClean="0"/>
              <a:t>ombine </a:t>
            </a:r>
            <a:r>
              <a:rPr dirty="0"/>
              <a:t>contents of file1.txt, file2.txt, and file3.txt into merged.txt.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 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smtClean="0"/>
              <a:t>files </a:t>
            </a:r>
            <a:r>
              <a:rPr dirty="0"/>
              <a:t>= ["file1.txt", "file2.txt", "file3.txt"]</a:t>
            </a:r>
          </a:p>
          <a:p>
            <a:pPr marL="0" indent="0">
              <a:buNone/>
            </a:pPr>
            <a:r>
              <a:rPr dirty="0"/>
              <a:t>with open("merged.txt", "w") as merged:</a:t>
            </a:r>
          </a:p>
          <a:p>
            <a:pPr marL="0" indent="0">
              <a:buNone/>
            </a:pPr>
            <a:r>
              <a:rPr dirty="0"/>
              <a:t>    for </a:t>
            </a:r>
            <a:r>
              <a:rPr dirty="0" err="1"/>
              <a:t>fname</a:t>
            </a:r>
            <a:r>
              <a:rPr dirty="0"/>
              <a:t> in files:</a:t>
            </a:r>
          </a:p>
          <a:p>
            <a:pPr marL="0" indent="0">
              <a:buNone/>
            </a:pPr>
            <a:r>
              <a:rPr dirty="0"/>
              <a:t>        with open(</a:t>
            </a:r>
            <a:r>
              <a:rPr dirty="0" err="1"/>
              <a:t>fname</a:t>
            </a:r>
            <a:r>
              <a:rPr dirty="0"/>
              <a:t>, "r") as f:</a:t>
            </a:r>
          </a:p>
          <a:p>
            <a:pPr marL="0" indent="0">
              <a:buNone/>
            </a:pPr>
            <a:r>
              <a:rPr dirty="0"/>
              <a:t>            </a:t>
            </a:r>
            <a:r>
              <a:rPr dirty="0" err="1"/>
              <a:t>merged.write</a:t>
            </a:r>
            <a:r>
              <a:rPr dirty="0"/>
              <a:t>(</a:t>
            </a:r>
            <a:r>
              <a:rPr dirty="0" err="1"/>
              <a:t>f.read</a:t>
            </a:r>
            <a:r>
              <a:rPr dirty="0"/>
              <a:t>() + "\n")</a:t>
            </a:r>
          </a:p>
          <a:p>
            <a:pPr marL="0" indent="0">
              <a:buNone/>
            </a:pPr>
            <a:r>
              <a:rPr dirty="0"/>
              <a:t>print("Files merged into merged.txt")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397</Words>
  <Application>Microsoft Office PowerPoint</Application>
  <PresentationFormat>On-screen Show (4:3)</PresentationFormat>
  <Paragraphs>53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File Handling  Tasks Week-04</vt:lpstr>
      <vt:lpstr>Task 1</vt:lpstr>
      <vt:lpstr>Solution 1</vt:lpstr>
      <vt:lpstr>Task 2</vt:lpstr>
      <vt:lpstr>Solution 2</vt:lpstr>
      <vt:lpstr>Task 3</vt:lpstr>
      <vt:lpstr>Solution 3</vt:lpstr>
      <vt:lpstr>Task 4</vt:lpstr>
      <vt:lpstr>Solution 4</vt:lpstr>
      <vt:lpstr>Task 5</vt:lpstr>
      <vt:lpstr>Solution 5</vt:lpstr>
      <vt:lpstr>Task 6</vt:lpstr>
      <vt:lpstr>Solution 6</vt:lpstr>
      <vt:lpstr>Task 7</vt:lpstr>
      <vt:lpstr>Solution 7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</dc:title>
  <dc:subject/>
  <dc:creator/>
  <cp:keywords/>
  <dc:description>generated using python-pptx</dc:description>
  <cp:lastModifiedBy>Asad Computers</cp:lastModifiedBy>
  <cp:revision>17</cp:revision>
  <dcterms:created xsi:type="dcterms:W3CDTF">2013-01-27T09:14:16Z</dcterms:created>
  <dcterms:modified xsi:type="dcterms:W3CDTF">2025-10-20T12:48:00Z</dcterms:modified>
  <cp:category/>
</cp:coreProperties>
</file>