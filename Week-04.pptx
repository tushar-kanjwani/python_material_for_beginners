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2" r:id="rId9"/>
    <p:sldId id="314" r:id="rId10"/>
    <p:sldId id="276" r:id="rId11"/>
    <p:sldId id="263" r:id="rId12"/>
    <p:sldId id="264" r:id="rId13"/>
    <p:sldId id="274" r:id="rId14"/>
    <p:sldId id="315" r:id="rId15"/>
    <p:sldId id="265" r:id="rId16"/>
    <p:sldId id="266" r:id="rId17"/>
    <p:sldId id="273" r:id="rId18"/>
    <p:sldId id="316" r:id="rId19"/>
    <p:sldId id="275" r:id="rId20"/>
    <p:sldId id="277" r:id="rId21"/>
    <p:sldId id="317" r:id="rId22"/>
    <p:sldId id="278" r:id="rId23"/>
    <p:sldId id="267" r:id="rId24"/>
    <p:sldId id="271" r:id="rId25"/>
    <p:sldId id="281" r:id="rId26"/>
    <p:sldId id="279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68" r:id="rId37"/>
    <p:sldId id="269" r:id="rId38"/>
    <p:sldId id="27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03" r:id="rId61"/>
    <p:sldId id="313" r:id="rId62"/>
    <p:sldId id="319" r:id="rId63"/>
    <p:sldId id="318" r:id="rId64"/>
    <p:sldId id="321" r:id="rId65"/>
    <p:sldId id="320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1" r:id="rId85"/>
    <p:sldId id="340" r:id="rId86"/>
    <p:sldId id="342" r:id="rId87"/>
    <p:sldId id="343" r:id="rId88"/>
    <p:sldId id="344" r:id="rId89"/>
    <p:sldId id="345" r:id="rId90"/>
    <p:sldId id="346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65" autoAdjust="0"/>
  </p:normalViewPr>
  <p:slideViewPr>
    <p:cSldViewPr snapToGrid="0">
      <p:cViewPr varScale="1">
        <p:scale>
          <a:sx n="45" d="100"/>
          <a:sy n="45" d="100"/>
        </p:scale>
        <p:origin x="11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9267-9FDF-44DA-917F-E5DD0B81A59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A1572-C7D3-49BA-94CD-37245444A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5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A1572-C7D3-49BA-94CD-37245444AA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47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text_editor</a:t>
            </a:r>
            <a:r>
              <a:rPr lang="en-US" dirty="0"/>
              <a:t>(): while True: print("\</a:t>
            </a:r>
            <a:r>
              <a:rPr lang="en-US" dirty="0" err="1"/>
              <a:t>nOptions</a:t>
            </a:r>
            <a:r>
              <a:rPr lang="en-US" dirty="0"/>
              <a:t>:") print("1. Create a new file") print("2. Append to an existing file") print("3. Display file contents") print("4. Exit") choice = input("Choose an option: ") if choice == "1": filename = input("Enter the filename: ") content = input("Enter text to write: ") with open(filename, 'w') as file: </a:t>
            </a:r>
            <a:r>
              <a:rPr lang="en-US" dirty="0" err="1"/>
              <a:t>file.write</a:t>
            </a:r>
            <a:r>
              <a:rPr lang="en-US" dirty="0"/>
              <a:t>(content) print(</a:t>
            </a:r>
            <a:r>
              <a:rPr lang="en-US" dirty="0" err="1"/>
              <a:t>f"File</a:t>
            </a:r>
            <a:r>
              <a:rPr lang="en-US" dirty="0"/>
              <a:t> '{filename}' created.") </a:t>
            </a:r>
            <a:r>
              <a:rPr lang="en-US" dirty="0" err="1"/>
              <a:t>elif</a:t>
            </a:r>
            <a:r>
              <a:rPr lang="en-US" dirty="0"/>
              <a:t> choice == "2": filename = input("Enter the filename: ") content = input("Enter text to append: ") with open(filename, 'a') as file: </a:t>
            </a:r>
            <a:r>
              <a:rPr lang="en-US" dirty="0" err="1"/>
              <a:t>file.write</a:t>
            </a:r>
            <a:r>
              <a:rPr lang="en-US" dirty="0"/>
              <a:t>(content) print(</a:t>
            </a:r>
            <a:r>
              <a:rPr lang="en-US" dirty="0" err="1"/>
              <a:t>f"Text</a:t>
            </a:r>
            <a:r>
              <a:rPr lang="en-US" dirty="0"/>
              <a:t> appended to '{filename}'.") </a:t>
            </a:r>
            <a:r>
              <a:rPr lang="en-US" dirty="0" err="1"/>
              <a:t>elif</a:t>
            </a:r>
            <a:r>
              <a:rPr lang="en-US" dirty="0"/>
              <a:t> choice == "3": filename = input("Enter the filename: ") try: with open(filename, 'r') as file: print(</a:t>
            </a:r>
            <a:r>
              <a:rPr lang="en-US" dirty="0" err="1"/>
              <a:t>file.read</a:t>
            </a:r>
            <a:r>
              <a:rPr lang="en-US" dirty="0"/>
              <a:t>()) except </a:t>
            </a:r>
            <a:r>
              <a:rPr lang="en-US" dirty="0" err="1"/>
              <a:t>FileNotFoundError</a:t>
            </a:r>
            <a:r>
              <a:rPr lang="en-US" dirty="0"/>
              <a:t>: print(</a:t>
            </a:r>
            <a:r>
              <a:rPr lang="en-US" dirty="0" err="1"/>
              <a:t>f"File</a:t>
            </a:r>
            <a:r>
              <a:rPr lang="en-US" dirty="0"/>
              <a:t> '{filename}' not found.") </a:t>
            </a:r>
            <a:r>
              <a:rPr lang="en-US" dirty="0" err="1"/>
              <a:t>elif</a:t>
            </a:r>
            <a:r>
              <a:rPr lang="en-US" dirty="0"/>
              <a:t> choice == "4": break else: print("Invalid choice") </a:t>
            </a:r>
            <a:r>
              <a:rPr lang="en-US" dirty="0" err="1"/>
              <a:t>text_editor</a:t>
            </a:r>
            <a:r>
              <a:rPr lang="en-US" dirty="0"/>
              <a:t>()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A1572-C7D3-49BA-94CD-37245444AAC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28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user_data_storage</a:t>
            </a:r>
            <a:r>
              <a:rPr lang="en-US" dirty="0"/>
              <a:t>(): while True: print("\</a:t>
            </a:r>
            <a:r>
              <a:rPr lang="en-US" dirty="0" err="1"/>
              <a:t>nOptions</a:t>
            </a:r>
            <a:r>
              <a:rPr lang="en-US" dirty="0"/>
              <a:t>:") print("1. Add new user data") print("2. View all user data") print("3. Append to existing user data") print("4. Exit") choice = input("Choose an option: ") if choice == "1": name = input("Enter name: ") age = input("Enter age: ") email = input("Enter email: ") with open('user_data.txt', 'a') as file: </a:t>
            </a:r>
            <a:r>
              <a:rPr lang="en-US" dirty="0" err="1"/>
              <a:t>file.write</a:t>
            </a:r>
            <a:r>
              <a:rPr lang="en-US" dirty="0"/>
              <a:t>(</a:t>
            </a:r>
            <a:r>
              <a:rPr lang="en-US" dirty="0" err="1"/>
              <a:t>f'Name</a:t>
            </a:r>
            <a:r>
              <a:rPr lang="en-US" dirty="0"/>
              <a:t>: {name}, Age: {age}, Email: {email}\n') print("User data saved.") </a:t>
            </a:r>
            <a:r>
              <a:rPr lang="en-US" dirty="0" err="1"/>
              <a:t>elif</a:t>
            </a:r>
            <a:r>
              <a:rPr lang="en-US" dirty="0"/>
              <a:t> choice == "2": try: with open('user_data.txt', 'r') as file: print(</a:t>
            </a:r>
            <a:r>
              <a:rPr lang="en-US" dirty="0" err="1"/>
              <a:t>file.read</a:t>
            </a:r>
            <a:r>
              <a:rPr lang="en-US" dirty="0"/>
              <a:t>())</a:t>
            </a:r>
          </a:p>
          <a:p>
            <a:r>
              <a:rPr lang="en-US" dirty="0"/>
              <a:t>except </a:t>
            </a:r>
            <a:r>
              <a:rPr lang="en-US" dirty="0" err="1"/>
              <a:t>FileNotFoundError</a:t>
            </a:r>
            <a:r>
              <a:rPr lang="en-US" dirty="0"/>
              <a:t>: print("No user data found.") </a:t>
            </a:r>
            <a:r>
              <a:rPr lang="en-US" dirty="0" err="1"/>
              <a:t>elif</a:t>
            </a:r>
            <a:r>
              <a:rPr lang="en-US" dirty="0"/>
              <a:t> choice == "3": name = input("Enter name: ") data = input("Enter data to append (age or email): ") try: with open('user_data.txt', 'a') as file: </a:t>
            </a:r>
            <a:r>
              <a:rPr lang="en-US" dirty="0" err="1"/>
              <a:t>file.write</a:t>
            </a:r>
            <a:r>
              <a:rPr lang="en-US" dirty="0"/>
              <a:t>(</a:t>
            </a:r>
            <a:r>
              <a:rPr lang="en-US" dirty="0" err="1"/>
              <a:t>f'Updated</a:t>
            </a:r>
            <a:r>
              <a:rPr lang="en-US" dirty="0"/>
              <a:t> data for {name}: {data}\n') print(</a:t>
            </a:r>
            <a:r>
              <a:rPr lang="en-US" dirty="0" err="1"/>
              <a:t>f"Data</a:t>
            </a:r>
            <a:r>
              <a:rPr lang="en-US" dirty="0"/>
              <a:t> for {name} updated.") except </a:t>
            </a:r>
            <a:r>
              <a:rPr lang="en-US" dirty="0" err="1"/>
              <a:t>FileNotFoundError</a:t>
            </a:r>
            <a:r>
              <a:rPr lang="en-US" dirty="0"/>
              <a:t>: print(</a:t>
            </a:r>
            <a:r>
              <a:rPr lang="en-US" dirty="0" err="1"/>
              <a:t>f"No</a:t>
            </a:r>
            <a:r>
              <a:rPr lang="en-US" dirty="0"/>
              <a:t> data found for {name}.") </a:t>
            </a:r>
            <a:r>
              <a:rPr lang="en-US" dirty="0" err="1"/>
              <a:t>elif</a:t>
            </a:r>
            <a:r>
              <a:rPr lang="en-US" dirty="0"/>
              <a:t> choice == "4": break else: print("Invalid option.") </a:t>
            </a:r>
            <a:r>
              <a:rPr lang="en-US" dirty="0" err="1"/>
              <a:t>user_data_storage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A1572-C7D3-49BA-94CD-37245444AAC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7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tasks.py tasks = [] def </a:t>
            </a:r>
            <a:r>
              <a:rPr lang="en-US" dirty="0" err="1"/>
              <a:t>add_task</a:t>
            </a:r>
            <a:r>
              <a:rPr lang="en-US" dirty="0"/>
              <a:t>(task): </a:t>
            </a:r>
            <a:r>
              <a:rPr lang="en-US" dirty="0" err="1"/>
              <a:t>tasks.append</a:t>
            </a:r>
            <a:r>
              <a:rPr lang="en-US" dirty="0"/>
              <a:t>(task) def </a:t>
            </a:r>
            <a:r>
              <a:rPr lang="en-US" dirty="0" err="1"/>
              <a:t>view_tasks</a:t>
            </a:r>
            <a:r>
              <a:rPr lang="en-US" dirty="0"/>
              <a:t>(): for </a:t>
            </a:r>
            <a:r>
              <a:rPr lang="en-US" dirty="0" err="1"/>
              <a:t>i</a:t>
            </a:r>
            <a:r>
              <a:rPr lang="en-US" dirty="0"/>
              <a:t>, task in enumerate(tasks, 1): print(f'{</a:t>
            </a:r>
            <a:r>
              <a:rPr lang="en-US" dirty="0" err="1"/>
              <a:t>i</a:t>
            </a:r>
            <a:r>
              <a:rPr lang="en-US" dirty="0"/>
              <a:t>}. {task}') def </a:t>
            </a:r>
            <a:r>
              <a:rPr lang="en-US" dirty="0" err="1"/>
              <a:t>delete_task</a:t>
            </a:r>
            <a:r>
              <a:rPr lang="en-US" dirty="0"/>
              <a:t>(</a:t>
            </a:r>
            <a:r>
              <a:rPr lang="en-US" dirty="0" err="1"/>
              <a:t>task_number</a:t>
            </a:r>
            <a:r>
              <a:rPr lang="en-US" dirty="0"/>
              <a:t>): if 0 &lt; </a:t>
            </a:r>
            <a:r>
              <a:rPr lang="en-US" dirty="0" err="1"/>
              <a:t>task_number</a:t>
            </a:r>
            <a:r>
              <a:rPr lang="en-US" dirty="0"/>
              <a:t> &lt;= </a:t>
            </a:r>
            <a:r>
              <a:rPr lang="en-US" dirty="0" err="1"/>
              <a:t>len</a:t>
            </a:r>
            <a:r>
              <a:rPr lang="en-US" dirty="0"/>
              <a:t>(tasks): </a:t>
            </a:r>
            <a:r>
              <a:rPr lang="en-US" dirty="0" err="1"/>
              <a:t>tasks.pop</a:t>
            </a:r>
            <a:r>
              <a:rPr lang="en-US" dirty="0"/>
              <a:t>(</a:t>
            </a:r>
            <a:r>
              <a:rPr lang="en-US" dirty="0" err="1"/>
              <a:t>task_number</a:t>
            </a:r>
            <a:r>
              <a:rPr lang="en-US" dirty="0"/>
              <a:t> - 1) # file_utils.py def </a:t>
            </a:r>
            <a:r>
              <a:rPr lang="en-US" dirty="0" err="1"/>
              <a:t>save_tasks</a:t>
            </a:r>
            <a:r>
              <a:rPr lang="en-US" dirty="0"/>
              <a:t>(filename): with open(filename, 'w') as file: for task in tasks: </a:t>
            </a:r>
            <a:r>
              <a:rPr lang="en-US" dirty="0" err="1"/>
              <a:t>file.write</a:t>
            </a:r>
            <a:r>
              <a:rPr lang="en-US" dirty="0"/>
              <a:t>(task + '\n') def </a:t>
            </a:r>
            <a:r>
              <a:rPr lang="en-US" dirty="0" err="1"/>
              <a:t>load_tasks</a:t>
            </a:r>
            <a:r>
              <a:rPr lang="en-US" dirty="0"/>
              <a:t>(filename): with open(filename, 'r') as file: global tasks </a:t>
            </a:r>
            <a:r>
              <a:rPr lang="en-US" dirty="0" err="1"/>
              <a:t>tasks</a:t>
            </a:r>
            <a:r>
              <a:rPr lang="en-US" dirty="0"/>
              <a:t> = </a:t>
            </a:r>
            <a:r>
              <a:rPr lang="en-US" dirty="0" err="1"/>
              <a:t>file.read</a:t>
            </a:r>
            <a:r>
              <a:rPr lang="en-US" dirty="0"/>
              <a:t>().</a:t>
            </a:r>
            <a:r>
              <a:rPr lang="en-US" dirty="0" err="1"/>
              <a:t>splitlines</a:t>
            </a:r>
            <a:r>
              <a:rPr lang="en-US" dirty="0"/>
              <a:t>() # main.py from tasks import </a:t>
            </a:r>
            <a:r>
              <a:rPr lang="en-US" dirty="0" err="1"/>
              <a:t>add_task</a:t>
            </a:r>
            <a:r>
              <a:rPr lang="en-US" dirty="0"/>
              <a:t>, </a:t>
            </a:r>
            <a:r>
              <a:rPr lang="en-US" dirty="0" err="1"/>
              <a:t>view_tasks</a:t>
            </a:r>
            <a:r>
              <a:rPr lang="en-US" dirty="0"/>
              <a:t>, </a:t>
            </a:r>
            <a:r>
              <a:rPr lang="en-US" dirty="0" err="1"/>
              <a:t>delete_task</a:t>
            </a:r>
            <a:r>
              <a:rPr lang="en-US" dirty="0"/>
              <a:t> from </a:t>
            </a:r>
            <a:r>
              <a:rPr lang="en-US" dirty="0" err="1"/>
              <a:t>file_utils</a:t>
            </a:r>
            <a:r>
              <a:rPr lang="en-US" dirty="0"/>
              <a:t> import </a:t>
            </a:r>
            <a:r>
              <a:rPr lang="en-US" dirty="0" err="1"/>
              <a:t>save_tasks</a:t>
            </a:r>
            <a:r>
              <a:rPr lang="en-US" dirty="0"/>
              <a:t>, </a:t>
            </a:r>
            <a:r>
              <a:rPr lang="en-US" dirty="0" err="1"/>
              <a:t>load_tasks</a:t>
            </a:r>
            <a:r>
              <a:rPr lang="en-US" dirty="0"/>
              <a:t> while True: print("\n1. Add Task") print("2. View Tasks") print("3. Delete Task") print("4. Save Tasks") print("5. Load Tasks") print("6. Exit") choice = input("Choose an option: ") if choice == "1": task = input("Enter a task: “</a:t>
            </a:r>
          </a:p>
          <a:p>
            <a:r>
              <a:rPr lang="en-US" dirty="0" err="1"/>
              <a:t>add_task</a:t>
            </a:r>
            <a:r>
              <a:rPr lang="en-US" dirty="0"/>
              <a:t>(task) </a:t>
            </a:r>
            <a:r>
              <a:rPr lang="en-US" dirty="0" err="1"/>
              <a:t>elif</a:t>
            </a:r>
            <a:r>
              <a:rPr lang="en-US" dirty="0"/>
              <a:t> choice == "2": </a:t>
            </a:r>
            <a:r>
              <a:rPr lang="en-US" dirty="0" err="1"/>
              <a:t>view_tasks</a:t>
            </a:r>
            <a:r>
              <a:rPr lang="en-US" dirty="0"/>
              <a:t>() </a:t>
            </a:r>
            <a:r>
              <a:rPr lang="en-US" dirty="0" err="1"/>
              <a:t>elif</a:t>
            </a:r>
            <a:r>
              <a:rPr lang="en-US" dirty="0"/>
              <a:t> choice == "3": </a:t>
            </a:r>
            <a:r>
              <a:rPr lang="en-US" dirty="0" err="1"/>
              <a:t>task_number</a:t>
            </a:r>
            <a:r>
              <a:rPr lang="en-US" dirty="0"/>
              <a:t> = int(input("Enter task number to delete: ")) </a:t>
            </a:r>
            <a:r>
              <a:rPr lang="en-US" dirty="0" err="1"/>
              <a:t>delete_task</a:t>
            </a:r>
            <a:r>
              <a:rPr lang="en-US" dirty="0"/>
              <a:t>(</a:t>
            </a:r>
            <a:r>
              <a:rPr lang="en-US" dirty="0" err="1"/>
              <a:t>task_number</a:t>
            </a:r>
            <a:r>
              <a:rPr lang="en-US" dirty="0"/>
              <a:t>) </a:t>
            </a:r>
            <a:r>
              <a:rPr lang="en-US" dirty="0" err="1"/>
              <a:t>elif</a:t>
            </a:r>
            <a:r>
              <a:rPr lang="en-US" dirty="0"/>
              <a:t> choice == "4": </a:t>
            </a:r>
            <a:r>
              <a:rPr lang="en-US" dirty="0" err="1"/>
              <a:t>save_tasks</a:t>
            </a:r>
            <a:r>
              <a:rPr lang="en-US" dirty="0"/>
              <a:t>('tasks.txt') print("Tasks saved.") </a:t>
            </a:r>
            <a:r>
              <a:rPr lang="en-US" dirty="0" err="1"/>
              <a:t>elif</a:t>
            </a:r>
            <a:r>
              <a:rPr lang="en-US" dirty="0"/>
              <a:t> choice == "5": </a:t>
            </a:r>
            <a:r>
              <a:rPr lang="en-US" dirty="0" err="1"/>
              <a:t>load_tasks</a:t>
            </a:r>
            <a:r>
              <a:rPr lang="en-US" dirty="0"/>
              <a:t>('tasks.txt') print("Tasks loaded.") </a:t>
            </a:r>
            <a:r>
              <a:rPr lang="en-US" dirty="0" err="1"/>
              <a:t>elif</a:t>
            </a:r>
            <a:r>
              <a:rPr lang="en-US" dirty="0"/>
              <a:t> choice == "6": break else: print("Invalid choice")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A1572-C7D3-49BA-94CD-37245444AAC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6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1BFF-4A91-251D-4BE3-97F1D5C2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36A4A-52FA-B574-033F-43F4B71D8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B827-2B6B-6515-2C40-9F103906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3071C-76E2-D19C-F97C-CBD76A46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91861-3A7D-3A76-C288-8B6C1F15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6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702-FF1E-E066-B261-773D17A8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E44C7-BFAE-6CA3-4A26-150A299C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7201F-5C59-29C2-C66D-0564129A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81428-92A4-3E05-36AF-0B093758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73CAA-AC26-8C4C-3D7D-931CD1F2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4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45BC-CAB3-AFEB-9B84-CF182FF1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7DBA8-97E6-4765-9E4F-865C2B29A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2D313-B14A-2B8E-7B20-85DB08A8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7003D-825A-4939-65C3-1D3CC787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3DDA2-C623-C194-2E26-5D130EA0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31BB-8F04-64A4-4CC2-9AB44EFD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60AD7-BC6E-15B0-C16C-CBF5BB2AA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DBF20-AF05-78DF-4BD6-EC4B441AB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4EEF5-E362-8B8D-9CD6-3A675130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6C20F-D5BC-5D6B-149B-7A14CF97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19C2E-A115-744D-C1DD-CBD5C2C4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2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86FB-7B2A-7187-0908-18D3ECC8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5F9BF-26B9-D912-8FD1-FD3EA2DC6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3084E-4AC2-E6E8-ADA3-03D639FE7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43EB5-138F-EB9A-809E-94E2008BF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8ECE1-2529-0368-7B34-F9DC02A88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B3548-746F-F9CA-7F9B-3783707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28EE7-C904-7B16-7A5A-C5CA693B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71A94-E016-C00D-5651-0DB67AA3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3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A477-BC8A-FF65-059D-ABA0EBC1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F06AD-9D49-DA57-BD7E-5949A070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3D6382-0322-EA86-84AA-4C9144ED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1B7B2-2B0E-949D-CD4C-9BDBFC0A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8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42879-0FF7-426E-2E34-1DAB05BF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A5C1A-2966-28D2-BC0A-FDA59325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B32F-1619-182A-C98F-FA7BC830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1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7728-DDCC-91A3-4BDB-A771BD0F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2924-7910-FF89-3401-24FB711E2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F3369-7DE8-E508-815E-4BF9B44BB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960AA-763A-AA0A-2941-D882B6B9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2578C-9278-8DF6-EE90-B23586317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476BC-8D0E-627C-10B8-D192851E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9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2DA5-9AAB-282B-CDAF-F33A0F17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BFC12-B444-1691-08AA-79C070A64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8759D-06D9-DD85-06B1-9D440AEA8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D1E47-4A1C-32DA-9CBD-B6E9F3DE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23EBC-FC1F-FA25-A83C-D034DADF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3E8FB-AA53-8942-1D0B-02AE9DFB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7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8FD7-61EE-A582-50B2-1B99CFFD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A49B6-218C-954A-099E-28E287352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BEC05-8C04-A181-E411-A6317D8E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A61D2-CADE-FF19-0D23-CFFA0868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B04E6-CB8C-17E8-8CAD-1CAAF943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5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2E125-1962-0778-ABB9-F1CE3B377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EFED3-3223-7764-5734-DCFCA0DF7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DEEC5-BCF1-48FF-AA08-88FBBC7F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9D986-BD0A-5247-FF3F-AA9F91CA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3D63-5E8D-615B-FA59-95D98FA2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EB88A-619D-BCF6-567A-BC097C0C7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6C81C-5D0C-265F-64E4-061736B3C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54D0E-8CF0-41C1-5E38-70DE2251A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944BA-7D81-4E60-9073-2C971AA9C10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65B32-1715-97C2-AA50-83A5E1AB3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BB884-C891-8202-C5E3-1CE05FEE1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3805-9C41-467D-A332-3EADA930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3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ref_func_open.as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ref_func_open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ref_func_open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how-to-read-from-a-file-in-python/" TargetMode="External"/><Relationship Id="rId2" Type="http://schemas.openxmlformats.org/officeDocument/2006/relationships/hyperlink" Target="https://www.w3schools.com/python/ref_func_open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writing-to-file-in-pytho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ref_func_open.as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F5ED-762F-7B52-4799-7B970EFB7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0160">
              <a:lnSpc>
                <a:spcPct val="100000"/>
              </a:lnSpc>
              <a:spcBef>
                <a:spcPts val="1215"/>
              </a:spcBef>
              <a:tabLst>
                <a:tab pos="283210" algn="l"/>
              </a:tabLst>
            </a:pPr>
            <a:r>
              <a:rPr lang="en-US" dirty="0">
                <a:latin typeface="Calibri"/>
                <a:cs typeface="Calibri"/>
              </a:rPr>
              <a:t>Week-04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File Handling and basic projects structuring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53EC2-AEF4-62A0-5619-698B033D85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Engr. </a:t>
            </a:r>
            <a:r>
              <a:rPr lang="en-US">
                <a:latin typeface="Calibri"/>
                <a:cs typeface="Calibri"/>
              </a:rPr>
              <a:t>Tushar Kanjwani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9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02A2-C45D-2197-B68F-FCB31C4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Handling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D4BE8-250D-78E3-2DA6-BD11E946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 refers to the process of performing operations on a file through a programming interface, such as</a:t>
            </a:r>
          </a:p>
          <a:p>
            <a:pPr lvl="1"/>
            <a:r>
              <a:rPr lang="en-US" dirty="0"/>
              <a:t>Create()</a:t>
            </a:r>
          </a:p>
          <a:p>
            <a:pPr lvl="1"/>
            <a:r>
              <a:rPr lang="en-US" dirty="0"/>
              <a:t>Open()</a:t>
            </a:r>
          </a:p>
          <a:p>
            <a:pPr lvl="1"/>
            <a:r>
              <a:rPr lang="en-US" dirty="0"/>
              <a:t>Read()</a:t>
            </a:r>
          </a:p>
          <a:p>
            <a:pPr lvl="1"/>
            <a:r>
              <a:rPr lang="en-US" dirty="0"/>
              <a:t>Write()</a:t>
            </a:r>
          </a:p>
          <a:p>
            <a:pPr lvl="1"/>
            <a:r>
              <a:rPr lang="en-US" dirty="0"/>
              <a:t>Close()</a:t>
            </a:r>
          </a:p>
          <a:p>
            <a:r>
              <a:rPr lang="en-US" dirty="0"/>
              <a:t>It involves managing the data flow between the program and the file system on the storage device, ensuring that data is handled safely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417448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1D78-CF90-E1D0-CD00-EF6CEF5E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File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78A1-70E6-F47B-1E20-2BC250441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store data permanently.</a:t>
            </a:r>
          </a:p>
          <a:p>
            <a:pPr fontAlgn="base"/>
            <a:r>
              <a:rPr lang="en-US" dirty="0"/>
              <a:t>To access external files like .txt, .csv, .</a:t>
            </a:r>
            <a:r>
              <a:rPr lang="en-US" dirty="0" err="1"/>
              <a:t>json</a:t>
            </a:r>
            <a:r>
              <a:rPr lang="en-US" dirty="0"/>
              <a:t>, etc.</a:t>
            </a:r>
          </a:p>
          <a:p>
            <a:pPr fontAlgn="base"/>
            <a:r>
              <a:rPr lang="en-US" dirty="0"/>
              <a:t>To process large files efficiently without using much memory.</a:t>
            </a:r>
          </a:p>
          <a:p>
            <a:pPr fontAlgn="base"/>
            <a:r>
              <a:rPr lang="en-US" dirty="0"/>
              <a:t>To automate tasks like reading or saving outputs.</a:t>
            </a:r>
          </a:p>
        </p:txBody>
      </p:sp>
    </p:spTree>
    <p:extLst>
      <p:ext uri="{BB962C8B-B14F-4D97-AF65-F5344CB8AC3E}">
        <p14:creationId xmlns:p14="http://schemas.microsoft.com/office/powerpoint/2010/main" val="90226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F5A5-D60A-F8E2-0435-826712B4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open()</a:t>
            </a:r>
            <a:r>
              <a:rPr lang="en-US" dirty="0"/>
              <a:t>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73AC-AA19-AC30-0684-5BD7F079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open()</a:t>
            </a:r>
            <a:r>
              <a:rPr lang="en-US" dirty="0"/>
              <a:t> function takes two parameters; </a:t>
            </a:r>
            <a:r>
              <a:rPr lang="en-US" i="1" dirty="0"/>
              <a:t>filename</a:t>
            </a:r>
            <a:r>
              <a:rPr lang="en-US" dirty="0"/>
              <a:t>, and </a:t>
            </a:r>
            <a:r>
              <a:rPr lang="en-US" i="1" dirty="0"/>
              <a:t>mode</a:t>
            </a:r>
            <a:r>
              <a:rPr lang="en-US" dirty="0"/>
              <a:t>.</a:t>
            </a:r>
          </a:p>
          <a:p>
            <a:r>
              <a:rPr lang="en-US" dirty="0"/>
              <a:t>There are four different methods (modes) for opening a file:</a:t>
            </a:r>
          </a:p>
          <a:p>
            <a:pPr lvl="1"/>
            <a:r>
              <a:rPr lang="en-US" dirty="0"/>
              <a:t>"r" - Read - Default value. Opens a file for reading, error if the file does not exist</a:t>
            </a:r>
          </a:p>
          <a:p>
            <a:pPr lvl="1"/>
            <a:r>
              <a:rPr lang="en-US" dirty="0"/>
              <a:t>"a" - Append - Opens a file for appending, creates the file if it does not exist</a:t>
            </a:r>
          </a:p>
          <a:p>
            <a:pPr lvl="1"/>
            <a:r>
              <a:rPr lang="en-US" dirty="0"/>
              <a:t>"w" - Write - Opens a file for writing, creates the file if it does not exist</a:t>
            </a:r>
          </a:p>
          <a:p>
            <a:pPr lvl="1"/>
            <a:r>
              <a:rPr lang="en-US" dirty="0"/>
              <a:t>"x" - Create - Creates the specified file, returns an error if the file exists</a:t>
            </a:r>
          </a:p>
          <a:p>
            <a:r>
              <a:rPr lang="en-US" dirty="0"/>
              <a:t>In addition, you can specify if the file should be handled as binary or text mode</a:t>
            </a:r>
          </a:p>
          <a:p>
            <a:pPr lvl="1"/>
            <a:r>
              <a:rPr lang="en-US" dirty="0"/>
              <a:t>"t" - Text - Default value. Text mode</a:t>
            </a:r>
          </a:p>
          <a:p>
            <a:pPr lvl="1"/>
            <a:r>
              <a:rPr lang="en-US" dirty="0"/>
              <a:t>"b" - Binary - Binary mode (e.g. images)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3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5EED-6A28-8A0C-9E99-E22B79DF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open()</a:t>
            </a:r>
            <a:r>
              <a:rPr lang="en-US" dirty="0"/>
              <a:t> function -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90AD1-B092-B39A-D47E-271C7919C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open a file for reading it is enough to specify the name of the file:</a:t>
            </a:r>
          </a:p>
          <a:p>
            <a:pPr lvl="1"/>
            <a:r>
              <a:rPr lang="en-US" dirty="0"/>
              <a:t>f = open("demofile.txt", "r")</a:t>
            </a:r>
          </a:p>
          <a:p>
            <a:pPr marL="0" indent="0">
              <a:buNone/>
            </a:pPr>
            <a:endParaRPr lang="en-US" b="1" i="1" dirty="0"/>
          </a:p>
          <a:p>
            <a:r>
              <a:rPr lang="en-US" b="1" i="1" dirty="0"/>
              <a:t>Note:</a:t>
            </a:r>
            <a:r>
              <a:rPr lang="en-US" i="1" dirty="0"/>
              <a:t> If you don’t specify the mode, Python uses </a:t>
            </a:r>
            <a:r>
              <a:rPr lang="en-US" b="1" i="1" dirty="0"/>
              <a:t>'r' </a:t>
            </a:r>
            <a:r>
              <a:rPr lang="en-US" i="1" dirty="0"/>
              <a:t>(read mode) by default.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4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B35E-6E9A-4621-BBA2-7ACD0BB8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38A3-F87B-179C-30C1-E61963E8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close()</a:t>
            </a:r>
            <a:r>
              <a:rPr lang="en-US" dirty="0"/>
              <a:t> function -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7990-668A-27A8-E3D1-2D49E5F3D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good practice to always close the file when you are done with it.</a:t>
            </a:r>
          </a:p>
          <a:p>
            <a:r>
              <a:rPr lang="en-US" dirty="0"/>
              <a:t>If you are not using the with statement, you must write a close statement in order to close the file:</a:t>
            </a:r>
          </a:p>
          <a:p>
            <a:r>
              <a:rPr lang="en-US" dirty="0"/>
              <a:t>Close the file when you are finished with it:</a:t>
            </a:r>
          </a:p>
          <a:p>
            <a:pPr lvl="1"/>
            <a:r>
              <a:rPr lang="en-US" dirty="0"/>
              <a:t>f = open("demofile.txt", "r")</a:t>
            </a:r>
            <a:br>
              <a:rPr lang="en-US" dirty="0"/>
            </a:b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1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0185-BA9D-6433-F8E3-6C16E38B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read()</a:t>
            </a:r>
            <a:r>
              <a:rPr lang="en-US" dirty="0"/>
              <a:t> function -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9318-8E56-ACAD-ABF4-83990851C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u="sng" dirty="0">
                <a:hlinkClick r:id="rId3"/>
              </a:rPr>
              <a:t>Reading a file</a:t>
            </a:r>
            <a:r>
              <a:rPr lang="en-US" dirty="0"/>
              <a:t> can be achieved by </a:t>
            </a:r>
            <a:r>
              <a:rPr lang="en-US" b="1" dirty="0" err="1"/>
              <a:t>file.read</a:t>
            </a:r>
            <a:r>
              <a:rPr lang="en-US" b="1" dirty="0"/>
              <a:t>()</a:t>
            </a:r>
            <a:r>
              <a:rPr lang="en-US" dirty="0"/>
              <a:t> which reads the entire content of the file. After reading, it’s good practice to close the file to free up system resources.</a:t>
            </a:r>
          </a:p>
          <a:p>
            <a:r>
              <a:rPr lang="en-US" dirty="0"/>
              <a:t>If the file is located in a different location, you will have to specify the file path, like this:</a:t>
            </a:r>
          </a:p>
          <a:p>
            <a:pPr lvl="1"/>
            <a:r>
              <a:rPr lang="en-US" dirty="0"/>
              <a:t>f = open("D:\\myfiles\welcome.txt", "r")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f.read</a:t>
            </a:r>
            <a:r>
              <a:rPr lang="en-US" dirty="0"/>
              <a:t>())</a:t>
            </a:r>
          </a:p>
          <a:p>
            <a:pPr marL="457200" lvl="1" indent="0">
              <a:buNone/>
            </a:pPr>
            <a:r>
              <a:rPr lang="en-US" dirty="0"/>
              <a:t>     </a:t>
            </a: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pPr lvl="1"/>
            <a:endParaRPr lang="en-US" dirty="0"/>
          </a:p>
          <a:p>
            <a:r>
              <a:rPr lang="en-US" dirty="0"/>
              <a:t>You can also use the </a:t>
            </a:r>
            <a:r>
              <a:rPr lang="en-US" b="1" dirty="0"/>
              <a:t>with</a:t>
            </a:r>
            <a:r>
              <a:rPr lang="en-US" dirty="0"/>
              <a:t> statement when opening a file:</a:t>
            </a:r>
          </a:p>
          <a:p>
            <a:pPr lvl="1"/>
            <a:r>
              <a:rPr lang="en-US" dirty="0"/>
              <a:t>with open("</a:t>
            </a:r>
            <a:r>
              <a:rPr lang="en-US" dirty="0" err="1"/>
              <a:t>demofile.txt""r</a:t>
            </a:r>
            <a:r>
              <a:rPr lang="en-US" dirty="0"/>
              <a:t>") as f:</a:t>
            </a:r>
            <a:br>
              <a:rPr lang="en-US" dirty="0"/>
            </a:br>
            <a:r>
              <a:rPr lang="en-US" dirty="0"/>
              <a:t>	print(</a:t>
            </a:r>
            <a:r>
              <a:rPr lang="en-US" dirty="0" err="1"/>
              <a:t>f.read</a:t>
            </a:r>
            <a:r>
              <a:rPr lang="en-US" dirty="0"/>
              <a:t>())</a:t>
            </a:r>
          </a:p>
          <a:p>
            <a:pPr marL="457200" lvl="1" indent="0">
              <a:buNone/>
            </a:pPr>
            <a:r>
              <a:rPr lang="en-US" dirty="0"/>
              <a:t>     	</a:t>
            </a: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r>
              <a:rPr lang="en-US" dirty="0"/>
              <a:t>Then you do not have to worry about closing your files, the </a:t>
            </a:r>
            <a:r>
              <a:rPr lang="en-US" b="1" dirty="0"/>
              <a:t>with</a:t>
            </a:r>
            <a:r>
              <a:rPr lang="en-US" dirty="0"/>
              <a:t> statement takes care of that.</a:t>
            </a:r>
          </a:p>
        </p:txBody>
      </p:sp>
    </p:spTree>
    <p:extLst>
      <p:ext uri="{BB962C8B-B14F-4D97-AF65-F5344CB8AC3E}">
        <p14:creationId xmlns:p14="http://schemas.microsoft.com/office/powerpoint/2010/main" val="165585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D46C-5470-8929-6B46-D9209B6B6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6AF50-465D-F18D-D0CF-952054DAE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the contents of a text file and prints them.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46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6F40-6F3C-5FC8-E1BC-D8BD88E2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3F87-4151-044F-A7DA-95C783E6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FB1A-7BA9-35C9-2D46-38BECC00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the contents of a text file and prints them.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A85E0-43F4-0A2D-4541-8B940CC2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77" y="2851565"/>
            <a:ext cx="541095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0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3004-E073-83D1-1885-5870D020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`with`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80F91-FB31-953A-F55F-69D9F727D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open a file using the `with` statement to ensure the file is properly closed.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9FD82D-588A-A894-D4DC-0A6EC344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25" y="2900288"/>
            <a:ext cx="6477904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27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177A-B2D5-CA9F-3B86-A5413ED7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Only Parts of the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3E41-7BF5-3E9C-811B-4E2F0AE48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 the </a:t>
            </a:r>
            <a:r>
              <a:rPr lang="en-US" b="1" dirty="0"/>
              <a:t>read() </a:t>
            </a:r>
            <a:r>
              <a:rPr lang="en-US" dirty="0"/>
              <a:t>method returns the whole text, but you can also specify how many characters you want to return:</a:t>
            </a:r>
          </a:p>
          <a:p>
            <a:r>
              <a:rPr lang="en-US" dirty="0"/>
              <a:t>Example: Return the 5 first characters of the file:</a:t>
            </a:r>
          </a:p>
          <a:p>
            <a:pPr lvl="1"/>
            <a:r>
              <a:rPr lang="en-US" dirty="0"/>
              <a:t>with open("</a:t>
            </a:r>
            <a:r>
              <a:rPr lang="en-US" dirty="0" err="1"/>
              <a:t>demofile.txt“,"r</a:t>
            </a:r>
            <a:r>
              <a:rPr lang="en-US" dirty="0"/>
              <a:t>") as f: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f.read</a:t>
            </a:r>
            <a:r>
              <a:rPr lang="en-US" dirty="0"/>
              <a:t>(</a:t>
            </a:r>
            <a:r>
              <a:rPr lang="en-US" b="1" dirty="0"/>
              <a:t>5</a:t>
            </a:r>
            <a:r>
              <a:rPr lang="en-US" dirty="0"/>
              <a:t>))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3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427A-1B96-4EC1-912B-ECAE217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9F044-CBD2-3633-386C-E121DFC4C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can return one line by using the </a:t>
            </a:r>
            <a:r>
              <a:rPr lang="en-US" dirty="0" err="1"/>
              <a:t>readline</a:t>
            </a:r>
            <a:r>
              <a:rPr lang="en-US" dirty="0"/>
              <a:t>() method:</a:t>
            </a:r>
          </a:p>
          <a:p>
            <a:r>
              <a:rPr lang="en-US" dirty="0"/>
              <a:t>Example: Read one line of the file:</a:t>
            </a:r>
          </a:p>
          <a:p>
            <a:pPr lvl="1"/>
            <a:r>
              <a:rPr lang="en-US" dirty="0"/>
              <a:t>with open("demofile.txt") as f: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f.readline</a:t>
            </a:r>
            <a:r>
              <a:rPr lang="en-US" dirty="0"/>
              <a:t>())</a:t>
            </a:r>
          </a:p>
          <a:p>
            <a:r>
              <a:rPr lang="en-US" dirty="0"/>
              <a:t>Example: Read two lines of the file:</a:t>
            </a:r>
          </a:p>
          <a:p>
            <a:pPr lvl="1"/>
            <a:r>
              <a:rPr lang="en-US" dirty="0"/>
              <a:t>with open("demofile.txt") as f: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f.readline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f.readline</a:t>
            </a:r>
            <a:r>
              <a:rPr lang="en-US" dirty="0"/>
              <a:t>())</a:t>
            </a:r>
          </a:p>
          <a:p>
            <a:r>
              <a:rPr lang="en-US" dirty="0"/>
              <a:t>Example: Loop through the file line by line:</a:t>
            </a:r>
          </a:p>
          <a:p>
            <a:pPr lvl="1"/>
            <a:r>
              <a:rPr lang="en-US" dirty="0"/>
              <a:t>with open("demofile.txt") as f:</a:t>
            </a:r>
            <a:br>
              <a:rPr lang="en-US" dirty="0"/>
            </a:br>
            <a:r>
              <a:rPr lang="en-US" dirty="0"/>
              <a:t>  for x in f:</a:t>
            </a:r>
            <a:br>
              <a:rPr lang="en-US" dirty="0"/>
            </a:br>
            <a:r>
              <a:rPr lang="en-US" dirty="0"/>
              <a:t>    print(x)</a:t>
            </a:r>
          </a:p>
        </p:txBody>
      </p:sp>
    </p:spTree>
    <p:extLst>
      <p:ext uri="{BB962C8B-B14F-4D97-AF65-F5344CB8AC3E}">
        <p14:creationId xmlns:p14="http://schemas.microsoft.com/office/powerpoint/2010/main" val="3410688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0146-C190-62C4-B373-6D743E02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 Line by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FC71-32D7-7202-4F40-CE7E74854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a file line by line and prints each line.</a:t>
            </a:r>
          </a:p>
        </p:txBody>
      </p:sp>
    </p:spTree>
    <p:extLst>
      <p:ext uri="{BB962C8B-B14F-4D97-AF65-F5344CB8AC3E}">
        <p14:creationId xmlns:p14="http://schemas.microsoft.com/office/powerpoint/2010/main" val="400447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7DE6-3E17-2D9B-17CE-BFBED03F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A633-D834-896E-FEBF-BA9CD30D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 Line by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21CEE-A5C0-AAED-5918-A60F85234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a file line by line and prints each line.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3AA8DA-7425-2326-2058-444B5E0F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44" y="2674989"/>
            <a:ext cx="5362575" cy="78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0575E1-6C95-9916-CBDB-9D74573A8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44" y="3429000"/>
            <a:ext cx="389626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4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B4CE-F156-08EA-7DD4-B19A24A7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Checking File Properties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278E-769C-D4E0-E892-5416C1A7D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9"/>
            <a:ext cx="4726858" cy="4351338"/>
          </a:xfrm>
        </p:spPr>
        <p:txBody>
          <a:bodyPr/>
          <a:lstStyle/>
          <a:p>
            <a:r>
              <a:rPr lang="en-US" dirty="0"/>
              <a:t>Once the file is open, we can check some of its properties:</a:t>
            </a:r>
          </a:p>
          <a:p>
            <a:pPr marL="457200" lvl="1" indent="0">
              <a:buNone/>
            </a:pPr>
            <a:r>
              <a:rPr lang="en-US" dirty="0"/>
              <a:t>f = open("geek.txt", "r")</a:t>
            </a:r>
          </a:p>
          <a:p>
            <a:pPr marL="457200" lvl="1" indent="0">
              <a:buNone/>
            </a:pPr>
            <a:r>
              <a:rPr lang="en-US" dirty="0"/>
              <a:t>print("Filename:", f.name)</a:t>
            </a:r>
          </a:p>
          <a:p>
            <a:pPr marL="457200" lvl="1" indent="0">
              <a:buNone/>
            </a:pPr>
            <a:r>
              <a:rPr lang="en-US" dirty="0"/>
              <a:t>print("Mode:", </a:t>
            </a:r>
            <a:r>
              <a:rPr lang="en-US" dirty="0" err="1"/>
              <a:t>f.mode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print("Is Closed?", </a:t>
            </a:r>
            <a:r>
              <a:rPr lang="en-US" dirty="0" err="1"/>
              <a:t>f.closed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pPr marL="457200" lvl="1" indent="0">
              <a:buNone/>
            </a:pPr>
            <a:r>
              <a:rPr lang="en-US" dirty="0"/>
              <a:t>print("Is Closed?", </a:t>
            </a:r>
            <a:r>
              <a:rPr lang="en-US" dirty="0" err="1"/>
              <a:t>f.closed</a:t>
            </a:r>
            <a:r>
              <a:rPr lang="en-US" dirty="0"/>
              <a:t>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79BE99-D8F0-AB15-5CAE-AEFA62A3499F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47268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f.name: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Returns the name of the file that was opened (in this case, "geek.txt").</a:t>
            </a:r>
          </a:p>
          <a:p>
            <a:pPr fontAlgn="base">
              <a:spcAft>
                <a:spcPts val="1800"/>
              </a:spcAft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f.mode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Tells us the mode in which the file was opened. Here, it’s 'r' which means read mode.</a:t>
            </a:r>
          </a:p>
          <a:p>
            <a:pPr fontAlgn="base">
              <a:spcAft>
                <a:spcPts val="1800"/>
              </a:spcAft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f.closed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Returns a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boolean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value- False when file is currently open otherwise True</a:t>
            </a:r>
          </a:p>
        </p:txBody>
      </p:sp>
    </p:spTree>
    <p:extLst>
      <p:ext uri="{BB962C8B-B14F-4D97-AF65-F5344CB8AC3E}">
        <p14:creationId xmlns:p14="http://schemas.microsoft.com/office/powerpoint/2010/main" val="374639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5FC7-0E9F-9CAE-C59E-D48ED03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Writing a 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34A8-4A68-B9F4-137E-20BD58D9C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Python, </a:t>
            </a:r>
            <a:r>
              <a:rPr lang="en-US" u="sng" dirty="0">
                <a:hlinkClick r:id="rId2"/>
              </a:rPr>
              <a:t>writing to a file</a:t>
            </a:r>
            <a:r>
              <a:rPr lang="en-US" dirty="0"/>
              <a:t> is done using the mode "w". This creates a new file if it doesn’t exist, or overwrites the existing file if it does. The write() method is used to add content. After writing, make sure to close the file.</a:t>
            </a:r>
          </a:p>
          <a:p>
            <a:r>
              <a:rPr lang="en-US" b="1" dirty="0"/>
              <a:t>Example:</a:t>
            </a:r>
            <a:r>
              <a:rPr lang="en-US" dirty="0"/>
              <a:t> Writing to a file (overwrites if file exists)</a:t>
            </a:r>
          </a:p>
          <a:p>
            <a:pPr marL="457200" lvl="1" indent="0">
              <a:buNone/>
            </a:pPr>
            <a:r>
              <a:rPr lang="en-US" dirty="0"/>
              <a:t>with open("geek.txt", "w") as file: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err="1"/>
              <a:t>file.write</a:t>
            </a:r>
            <a:r>
              <a:rPr lang="en-US" dirty="0"/>
              <a:t>("Hello, Python!\n")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err="1"/>
              <a:t>file.write</a:t>
            </a:r>
            <a:r>
              <a:rPr lang="en-US" dirty="0"/>
              <a:t>("File handling is easy with Python.")</a:t>
            </a:r>
          </a:p>
          <a:p>
            <a:pPr marL="457200" lvl="1" indent="0">
              <a:buNone/>
            </a:pPr>
            <a:r>
              <a:rPr lang="en-US" dirty="0"/>
              <a:t>print("File written successfully")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with open("demofile.txt") as f:</a:t>
            </a:r>
            <a:br>
              <a:rPr lang="en-US" dirty="0"/>
            </a:br>
            <a:r>
              <a:rPr lang="en-US" dirty="0"/>
              <a:t>  print(</a:t>
            </a:r>
            <a:r>
              <a:rPr lang="en-US" dirty="0" err="1"/>
              <a:t>f.read</a:t>
            </a:r>
            <a:r>
              <a:rPr lang="en-US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642065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B497-F7E0-945E-6C75-F7A3ECE9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Multiple Lines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765B-9FAF-2DAF-7157-BD9C010C1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writes multiple lines to a file using `</a:t>
            </a:r>
            <a:r>
              <a:rPr lang="en-US" dirty="0" err="1"/>
              <a:t>writelines</a:t>
            </a:r>
            <a:r>
              <a:rPr lang="en-US" dirty="0"/>
              <a:t>()`.</a:t>
            </a:r>
          </a:p>
        </p:txBody>
      </p:sp>
    </p:spTree>
    <p:extLst>
      <p:ext uri="{BB962C8B-B14F-4D97-AF65-F5344CB8AC3E}">
        <p14:creationId xmlns:p14="http://schemas.microsoft.com/office/powerpoint/2010/main" val="3393519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9862-AE62-137C-5029-BA8E4FBA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6ED9-23F6-6890-3EC6-667C08FC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Multiple Lines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A7727-D351-4961-87A9-82B32523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writes multiple lines to a file using `</a:t>
            </a:r>
            <a:r>
              <a:rPr lang="en-US" dirty="0" err="1"/>
              <a:t>writelines</a:t>
            </a:r>
            <a:r>
              <a:rPr lang="en-US" dirty="0"/>
              <a:t>()`.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92457-D179-D2AD-6C62-E52C32343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2056"/>
            <a:ext cx="7611537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34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7654-6B2B-9F3A-1722-04747ACA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5328A-01AD-CDC1-6249-2CFDE5C2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appends data to an existing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0002A-088A-E432-93DB-DC88AEA5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8940"/>
            <a:ext cx="7097115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90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2C2B-DDCF-0DC9-2D97-C7D9F854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Numbers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54D0-0AB9-AEAA-CB10-B0523ED90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writes numbers 1 to 5 into a file, each on a new line. </a:t>
            </a:r>
          </a:p>
        </p:txBody>
      </p:sp>
    </p:spTree>
    <p:extLst>
      <p:ext uri="{BB962C8B-B14F-4D97-AF65-F5344CB8AC3E}">
        <p14:creationId xmlns:p14="http://schemas.microsoft.com/office/powerpoint/2010/main" val="732417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0B451-A3B8-CC03-0BF3-53334788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41DD-D215-3D0E-3125-9098E106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Numbers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900A-4F26-7E24-F2BC-19FD3313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writes numbers 1 to 5 into a file, each on a new line.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9ACA6-DB7B-4A25-2E12-D269C00A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8661"/>
            <a:ext cx="6192114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28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1856-88D2-6A2C-7FF6-1450BEE8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Numbers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C26B-17F7-FD28-A788-4579BA034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the numbers from `numbers.txt` and prints them.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F361E-5C70-0650-95E5-BDFE108A3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9744"/>
            <a:ext cx="61055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2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6C35-CABB-BDB2-F07D-C6AA57EDD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New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805F-AA16-B127-428F-1789AFB1B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create a new file in Python, use the </a:t>
            </a:r>
            <a:r>
              <a:rPr lang="en-US" dirty="0">
                <a:hlinkClick r:id="rId2"/>
              </a:rPr>
              <a:t>open()</a:t>
            </a:r>
            <a:r>
              <a:rPr lang="en-US" dirty="0"/>
              <a:t> method, with one of the following parameters:</a:t>
            </a:r>
          </a:p>
          <a:p>
            <a:pPr lvl="1"/>
            <a:r>
              <a:rPr lang="en-US" dirty="0"/>
              <a:t>"x" - Create - will create a file, returns an error if the file exists</a:t>
            </a:r>
          </a:p>
          <a:p>
            <a:pPr lvl="1"/>
            <a:r>
              <a:rPr lang="en-US" dirty="0"/>
              <a:t>"a" - Append - will create a file if the specified file does not exists</a:t>
            </a:r>
          </a:p>
          <a:p>
            <a:pPr lvl="1"/>
            <a:r>
              <a:rPr lang="en-US" dirty="0"/>
              <a:t>"w" - Write - will create a file if the specified file does not exists</a:t>
            </a:r>
          </a:p>
          <a:p>
            <a:endParaRPr lang="en-US" dirty="0"/>
          </a:p>
          <a:p>
            <a:r>
              <a:rPr lang="en-US" dirty="0"/>
              <a:t>Example: Create a new file called "myfile.txt":</a:t>
            </a:r>
          </a:p>
          <a:p>
            <a:pPr lvl="1"/>
            <a:r>
              <a:rPr lang="en-US" dirty="0"/>
              <a:t>f = open("myfile.txt", "x")</a:t>
            </a:r>
          </a:p>
          <a:p>
            <a:r>
              <a:rPr lang="en-US" b="1" dirty="0"/>
              <a:t>Note:</a:t>
            </a:r>
            <a:r>
              <a:rPr lang="en-US" dirty="0"/>
              <a:t> If the file already exist, an error will be raised.</a:t>
            </a:r>
          </a:p>
        </p:txBody>
      </p:sp>
    </p:spTree>
    <p:extLst>
      <p:ext uri="{BB962C8B-B14F-4D97-AF65-F5344CB8AC3E}">
        <p14:creationId xmlns:p14="http://schemas.microsoft.com/office/powerpoint/2010/main" val="2748252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68A4-8E1F-320D-F464-590BEE50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Writing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9C014-AF18-F3D8-2820-248A6ECEC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creates a text file and writes a simple message into it.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355B1E-711B-CE18-7A53-377FF91B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12"/>
          <a:stretch>
            <a:fillRect/>
          </a:stretch>
        </p:blipFill>
        <p:spPr>
          <a:xfrm>
            <a:off x="1026680" y="2909712"/>
            <a:ext cx="9135750" cy="109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0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C718-6682-4177-A739-2CB29F5E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and Reading Lists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A503-8C2E-AA59-9B94-D79762DC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writes a list of strings to a file and then reads them back.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95A93-BE35-CFFF-ACC2-0D38CE65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6348"/>
            <a:ext cx="6049219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9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9EE9-0E3D-DE94-A637-C23BD29E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a File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54DF-ACF5-11FF-8218-32B6F46BB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checks if a file exists before trying to open it.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678344-2211-DE4C-B277-E0D7536CD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7972"/>
            <a:ext cx="6744641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98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03CA-334B-F095-AB0B-3B7B6D9A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</a:t>
            </a:r>
            <a:r>
              <a:rPr lang="en-US" dirty="0" err="1"/>
              <a:t>FileNotFoundError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B605-6060-9478-A807-E62AE65AF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handles the `</a:t>
            </a:r>
            <a:r>
              <a:rPr lang="en-US" dirty="0" err="1"/>
              <a:t>FileNotFoundError</a:t>
            </a:r>
            <a:r>
              <a:rPr lang="en-US" dirty="0"/>
              <a:t>` when trying to open a non-existent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C3287-1779-E7CF-1544-E16FA43B3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0489"/>
            <a:ext cx="756390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13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A117-DC84-5457-9741-E4557889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Words in a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C0499-B9C6-19C4-ABE9-15C233344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reads a text file and counts the number of words in it.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ABB05-A82D-ED4A-8265-757B1F48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5930"/>
            <a:ext cx="685895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65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5995-2593-38BD-E68F-9FB3339D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the Contents of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36E9A-FDCB-BFD5-B235-C15BA018D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copies the contents of one file to another.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ED8A7-6498-2CB7-A63A-7D91A8AB7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7608"/>
            <a:ext cx="622069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92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F65F-D969-0651-CF41-FEBEAAB8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User Input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CA3A-6A6C-5319-4DCB-F70D22D68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takes user input and writes it to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0198E-0644-2730-AB5D-A543D6E17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1029"/>
            <a:ext cx="6592220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49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F9E1-7BF9-F6F6-A675-337B3011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Seek and Tell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810B9-C44D-56AF-DEBF-12BF96F5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demonstrates the use of `seek()` and `tell()` methods while working with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5E01B-4AA6-DE4E-30C5-77256042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8345"/>
            <a:ext cx="7297168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9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A4F1-0716-E2A4-AF81-C407AF56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6FAB-9477-07B1-850C-97EBAEAE8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Text Editor</a:t>
            </a:r>
          </a:p>
          <a:p>
            <a:r>
              <a:rPr lang="en-US" dirty="0"/>
              <a:t>Write a Python program that simulates a simple text editor with the following functionalities: </a:t>
            </a:r>
          </a:p>
          <a:p>
            <a:pPr lvl="1"/>
            <a:r>
              <a:rPr lang="en-US" dirty="0"/>
              <a:t>1. Create a new text file. </a:t>
            </a:r>
          </a:p>
          <a:p>
            <a:pPr lvl="1"/>
            <a:r>
              <a:rPr lang="en-US" dirty="0"/>
              <a:t>2. Append text to an existing file. </a:t>
            </a:r>
          </a:p>
          <a:p>
            <a:pPr lvl="1"/>
            <a:r>
              <a:rPr lang="en-US" dirty="0"/>
              <a:t>3. Display the contents of a file. </a:t>
            </a:r>
          </a:p>
          <a:p>
            <a:pPr lvl="1"/>
            <a:r>
              <a:rPr lang="en-US" dirty="0"/>
              <a:t>4. Exit the program.</a:t>
            </a:r>
          </a:p>
        </p:txBody>
      </p:sp>
    </p:spTree>
    <p:extLst>
      <p:ext uri="{BB962C8B-B14F-4D97-AF65-F5344CB8AC3E}">
        <p14:creationId xmlns:p14="http://schemas.microsoft.com/office/powerpoint/2010/main" val="31945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7BFD-F959-717E-D71B-B66A665C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0EAA-5221-52BE-2D4B-C0833F8B0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0160">
              <a:lnSpc>
                <a:spcPct val="100000"/>
              </a:lnSpc>
              <a:spcBef>
                <a:spcPts val="1215"/>
              </a:spcBef>
              <a:tabLst>
                <a:tab pos="283210" algn="l"/>
              </a:tabLst>
            </a:pPr>
            <a:r>
              <a:rPr lang="en-US" dirty="0">
                <a:latin typeface="Calibri"/>
                <a:cs typeface="Calibri"/>
              </a:rPr>
              <a:t>Week-04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File Handling and basic projects structuring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C621E-1541-1CF5-69E2-9832BC1DF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2429"/>
            <a:ext cx="9144000" cy="1655762"/>
          </a:xfrm>
        </p:spPr>
        <p:txBody>
          <a:bodyPr/>
          <a:lstStyle/>
          <a:p>
            <a:r>
              <a:rPr lang="en-US" dirty="0"/>
              <a:t>Working with Files</a:t>
            </a:r>
          </a:p>
        </p:txBody>
      </p:sp>
    </p:spTree>
    <p:extLst>
      <p:ext uri="{BB962C8B-B14F-4D97-AF65-F5344CB8AC3E}">
        <p14:creationId xmlns:p14="http://schemas.microsoft.com/office/powerpoint/2010/main" val="1785169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C833-1450-1C90-439E-D7D582CB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Data to a File &amp; Reading After Appending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1FAD6-0D9F-C1AF-434C-121AF2EFF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appends a new line of text to an existing file and read the contents of a file after appending data to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06E44-46DB-ED0D-3491-0443A5218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91556"/>
            <a:ext cx="7840169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75D04-B91E-970E-B55F-9A9A3FD69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6231"/>
            <a:ext cx="6706536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69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348C-B89D-C08E-35E6-239B18FD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and Appending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06AE-A835-1352-ABD5-434012D9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asks the user for input and writes it to a file. If the file exists, append to it; otherwise, create a new file.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BAAD2-3D30-C4A1-1EB0-BA3EF1DBB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21526"/>
            <a:ext cx="7411484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35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F0C7-723B-E81D-D0BC-61853217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313EF-7853-7422-E169-5D3471D7D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a file, you must import the OS module and run its </a:t>
            </a:r>
            <a:r>
              <a:rPr lang="en-US" b="1" dirty="0" err="1"/>
              <a:t>os.remove</a:t>
            </a:r>
            <a:r>
              <a:rPr lang="en-US" b="1" dirty="0"/>
              <a:t>() </a:t>
            </a:r>
            <a:r>
              <a:rPr lang="en-US" dirty="0"/>
              <a:t>function:</a:t>
            </a:r>
          </a:p>
          <a:p>
            <a:r>
              <a:rPr lang="en-US" dirty="0"/>
              <a:t>Example: Remove the file "demofile.txt":</a:t>
            </a:r>
          </a:p>
          <a:p>
            <a:pPr lvl="1"/>
            <a:r>
              <a:rPr lang="en-US" dirty="0"/>
              <a:t>import </a:t>
            </a:r>
            <a:r>
              <a:rPr lang="en-US" dirty="0" err="1"/>
              <a:t>os</a:t>
            </a:r>
            <a:br>
              <a:rPr lang="en-US" dirty="0"/>
            </a:br>
            <a:r>
              <a:rPr lang="en-US" dirty="0" err="1"/>
              <a:t>os.remove</a:t>
            </a:r>
            <a:r>
              <a:rPr lang="en-US" dirty="0"/>
              <a:t>("demofile.txt")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23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804B-399F-0EFB-15C6-37950564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A5C3-562C-4AE9-E82E-4A53067E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7116-6F9A-5839-6056-E16B8F9F8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if File exist:</a:t>
            </a:r>
          </a:p>
          <a:p>
            <a:pPr lvl="1"/>
            <a:r>
              <a:rPr lang="en-US" dirty="0"/>
              <a:t>To avoid getting an error, you might want to check if the file exists before you try to delete it:</a:t>
            </a:r>
          </a:p>
          <a:p>
            <a:endParaRPr lang="en-US" dirty="0"/>
          </a:p>
          <a:p>
            <a:r>
              <a:rPr lang="en-US" dirty="0"/>
              <a:t>Example: Write a program that deletes a file if it exists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8438F-4DFE-F9FB-FCB0-E9F5E845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28" y="4158924"/>
            <a:ext cx="578248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16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BEE8-BD5E-99CF-79A9-0D7CA809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28E5-A6AC-F3A2-59A6-6D580F7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3DF2C-393D-7E84-5923-F8C4446F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delete an entire folder, use the </a:t>
            </a:r>
            <a:r>
              <a:rPr lang="en-US" b="1" dirty="0" err="1"/>
              <a:t>os.rmdir</a:t>
            </a:r>
            <a:r>
              <a:rPr lang="en-US" b="1" dirty="0"/>
              <a:t>() </a:t>
            </a:r>
            <a:r>
              <a:rPr lang="en-US" dirty="0"/>
              <a:t>method:</a:t>
            </a:r>
          </a:p>
          <a:p>
            <a:r>
              <a:rPr lang="en-US" dirty="0"/>
              <a:t>Example: Remove the folder "</a:t>
            </a:r>
            <a:r>
              <a:rPr lang="en-US" dirty="0" err="1"/>
              <a:t>myfolder</a:t>
            </a:r>
            <a:r>
              <a:rPr lang="en-US" dirty="0"/>
              <a:t>":</a:t>
            </a:r>
          </a:p>
          <a:p>
            <a:pPr lvl="1"/>
            <a:r>
              <a:rPr lang="en-US" dirty="0"/>
              <a:t>import </a:t>
            </a:r>
            <a:r>
              <a:rPr lang="en-US" dirty="0" err="1"/>
              <a:t>os</a:t>
            </a:r>
            <a:br>
              <a:rPr lang="en-US" dirty="0"/>
            </a:br>
            <a:r>
              <a:rPr lang="en-US" dirty="0" err="1"/>
              <a:t>os.rmdir</a:t>
            </a:r>
            <a:r>
              <a:rPr lang="en-US" dirty="0"/>
              <a:t>("</a:t>
            </a:r>
            <a:r>
              <a:rPr lang="en-US" dirty="0" err="1"/>
              <a:t>myfolder</a:t>
            </a:r>
            <a:r>
              <a:rPr lang="en-US" dirty="0"/>
              <a:t>")</a:t>
            </a:r>
          </a:p>
          <a:p>
            <a:r>
              <a:rPr lang="en-US" b="1" dirty="0"/>
              <a:t>Note:</a:t>
            </a:r>
            <a:r>
              <a:rPr lang="en-US" dirty="0"/>
              <a:t> You can only remove </a:t>
            </a:r>
            <a:r>
              <a:rPr lang="en-US" i="1" dirty="0"/>
              <a:t>empty</a:t>
            </a:r>
            <a:r>
              <a:rPr lang="en-US" dirty="0"/>
              <a:t> folders.</a:t>
            </a:r>
          </a:p>
        </p:txBody>
      </p:sp>
    </p:spTree>
    <p:extLst>
      <p:ext uri="{BB962C8B-B14F-4D97-AF65-F5344CB8AC3E}">
        <p14:creationId xmlns:p14="http://schemas.microsoft.com/office/powerpoint/2010/main" val="905715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3126-CA90-AEE3-5B9A-D6344677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User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0E2E2-253C-83F7-97E2-DFA25DBEC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the user for their name and age, then saves this information to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E2C9D-23F1-D159-8B51-B9F19DAD3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4027"/>
            <a:ext cx="5782482" cy="733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3B5ED-6F5E-3275-FE97-0A0EDEB8B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18511"/>
            <a:ext cx="781159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31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1888-42BD-DA28-1605-88279B50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File Input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09EA-4A81-D403-62A9-EB89719C4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for a filename to read and handles the `</a:t>
            </a:r>
            <a:r>
              <a:rPr lang="en-US" dirty="0" err="1"/>
              <a:t>FileNotFoundError</a:t>
            </a:r>
            <a:r>
              <a:rPr lang="en-US" dirty="0"/>
              <a:t>` if the file doesn't exist.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FC350-3566-3680-DA65-62C679076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1" y="3055632"/>
            <a:ext cx="8373644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565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F52F-1D74-4ADC-F2AD-7DA90599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Line Count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9BC31-458C-48F6-26B0-D1F3EC32D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counts the number of lines in a text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E4906-F6FC-8886-FD42-B575874D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4552"/>
            <a:ext cx="7011378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08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BBE6-8D4C-B74C-00BB-CE283A5A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Multiple Lines of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0936-5F0F-D05C-67BA-A64A87DDB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the user for multiple lines (Example=3 lines) of input and appends each line to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908F9-F3DA-33D7-D01F-E07483E7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3953"/>
            <a:ext cx="742101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129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A9AB-213C-F58B-97E2-49F7F70B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06EB-4A5B-5FB3-1F99-2F261306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Data Storage System</a:t>
            </a:r>
          </a:p>
          <a:p>
            <a:r>
              <a:rPr lang="en-US" dirty="0"/>
              <a:t>Write a Python program that simulates a basic user data storage system. The program should allow the user to: </a:t>
            </a:r>
          </a:p>
          <a:p>
            <a:pPr lvl="1"/>
            <a:r>
              <a:rPr lang="en-US" dirty="0"/>
              <a:t>1. Add new user data (name, age, and email). </a:t>
            </a:r>
          </a:p>
          <a:p>
            <a:pPr lvl="1"/>
            <a:r>
              <a:rPr lang="en-US" dirty="0"/>
              <a:t>2. View all stored user data. </a:t>
            </a:r>
          </a:p>
          <a:p>
            <a:pPr lvl="1"/>
            <a:r>
              <a:rPr lang="en-US" dirty="0"/>
              <a:t>3. Append new data to an existing user entry. </a:t>
            </a:r>
          </a:p>
          <a:p>
            <a:pPr lvl="1"/>
            <a:r>
              <a:rPr lang="en-US" dirty="0"/>
              <a:t>4. Handle errors if the file does not exist. </a:t>
            </a:r>
          </a:p>
        </p:txBody>
      </p:sp>
    </p:spTree>
    <p:extLst>
      <p:ext uri="{BB962C8B-B14F-4D97-AF65-F5344CB8AC3E}">
        <p14:creationId xmlns:p14="http://schemas.microsoft.com/office/powerpoint/2010/main" val="1024937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3B4A-46E1-717B-9A67-46761FAF1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D96D-DB42-B200-E529-8F684D158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0160">
              <a:lnSpc>
                <a:spcPct val="100000"/>
              </a:lnSpc>
              <a:spcBef>
                <a:spcPts val="1215"/>
              </a:spcBef>
              <a:tabLst>
                <a:tab pos="283210" algn="l"/>
              </a:tabLst>
            </a:pPr>
            <a:r>
              <a:rPr lang="en-US" dirty="0">
                <a:latin typeface="Calibri"/>
                <a:cs typeface="Calibri"/>
              </a:rPr>
              <a:t>Week-04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File Handling and basic projects structuring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D1F10-7D3E-3F83-E8AF-35637BF1F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2429"/>
            <a:ext cx="9144000" cy="1655762"/>
          </a:xfrm>
        </p:spPr>
        <p:txBody>
          <a:bodyPr/>
          <a:lstStyle/>
          <a:p>
            <a:r>
              <a:rPr lang="en-US" dirty="0"/>
              <a:t>Structuring a Python Project </a:t>
            </a:r>
          </a:p>
        </p:txBody>
      </p:sp>
    </p:spTree>
    <p:extLst>
      <p:ext uri="{BB962C8B-B14F-4D97-AF65-F5344CB8AC3E}">
        <p14:creationId xmlns:p14="http://schemas.microsoft.com/office/powerpoint/2010/main" val="10987533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AFEB-F442-B20D-7423-B7742FE3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1D3F-94CE-A9F8-3285-7F92AE500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structure a Python project with modules and functions. </a:t>
            </a:r>
          </a:p>
          <a:p>
            <a:r>
              <a:rPr lang="en-US" dirty="0"/>
              <a:t>Organize code into reusable components. </a:t>
            </a:r>
          </a:p>
          <a:p>
            <a:r>
              <a:rPr lang="en-US" dirty="0"/>
              <a:t>Explore how to import code from other files and create basic Python packages</a:t>
            </a:r>
          </a:p>
        </p:txBody>
      </p:sp>
    </p:spTree>
    <p:extLst>
      <p:ext uri="{BB962C8B-B14F-4D97-AF65-F5344CB8AC3E}">
        <p14:creationId xmlns:p14="http://schemas.microsoft.com/office/powerpoint/2010/main" val="2862496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411E-D726-7A4F-93D4-B055BD8E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Code into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6869F-D124-C9B2-231F-9B0D1CED7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`greet()` that prints a greeting message. Call the function multiple times in the script.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672FB-07A1-9004-A248-E8FC7DC2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5319"/>
            <a:ext cx="882138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19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DDCB-B33F-25E0-7522-C3893671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Functions in a Separate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B02C-481C-B137-DA5C-4B198528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`greet()` function from Task 1 in a file named `greetings.py`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B40960-AD8A-BA84-765F-03CCC28B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0055"/>
            <a:ext cx="8926171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86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8D4B-AC41-D38C-17C5-3D6E42FFD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Function from Another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40B38-F192-4A58-7C32-242338E1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new Python script that imports the `greet()` function from `greetings.py` and calls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CB190-50D6-0298-D176-67B253CB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7114"/>
            <a:ext cx="481079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0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6468-F69B-A2BF-BD2A-5C82E5F3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Function to Add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5C52B-1A5D-3C92-592A-9450182F7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`</a:t>
            </a:r>
            <a:r>
              <a:rPr lang="en-US" dirty="0" err="1"/>
              <a:t>add_numbers</a:t>
            </a:r>
            <a:r>
              <a:rPr lang="en-US" dirty="0"/>
              <a:t>(a, b)` that takes two numbers as input and returns their sum. Save this function in `math_utils.py`.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D41FE-942A-8DFC-2C6B-656A881E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35794"/>
            <a:ext cx="867848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065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D513-942C-D8B3-A1A3-853D9B16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Functions from Multiple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1AF93-6416-4F29-6ABC-AD7DAD61E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script that imports `greet()` from `greetings.py` and `</a:t>
            </a:r>
            <a:r>
              <a:rPr lang="en-US" dirty="0" err="1"/>
              <a:t>add_numbers</a:t>
            </a:r>
            <a:r>
              <a:rPr lang="en-US" dirty="0"/>
              <a:t>()` from `math_utils.py`.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87AB6-9E7C-41F1-5217-74FB1980A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5725"/>
            <a:ext cx="6096851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94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206B-D322-EB18-531E-BE50A41C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‘if __name__ == '__main__'’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457C-2AC3-BE55-4A19-911987AF4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`</a:t>
            </a:r>
            <a:r>
              <a:rPr lang="en-US" dirty="0" err="1"/>
              <a:t>add_numbers</a:t>
            </a:r>
            <a:r>
              <a:rPr lang="en-US" dirty="0"/>
              <a:t>()` function in `math_utils.py` so that it only runs when the file is executed directly.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FFFBD-0EA7-1995-ED75-B7A8EEDD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2052"/>
            <a:ext cx="6125430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85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6725-F2D3-5A55-58AE-5941D2A7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Python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024C-8711-35B0-A1FA-1D0BC9FA1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folder named `utilities`, and place `greetings.py` and `math_utils.py` inside it. Create an empty `__init__.py` file inside the folder to make it a package.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FAF27-35A1-5129-8DFC-1CF6BA01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684943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250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9EE9-BD39-2C33-D973-0A142A49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from a Python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0FF1F-4AC1-B277-C988-09D93C2D6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script that imports the functions `greet()` and `</a:t>
            </a:r>
            <a:r>
              <a:rPr lang="en-US" dirty="0" err="1"/>
              <a:t>add_numbers</a:t>
            </a:r>
            <a:r>
              <a:rPr lang="en-US" dirty="0"/>
              <a:t>()` from the `utilities` package.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F7A44-1971-DA20-96D2-E4804402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2436"/>
            <a:ext cx="785922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597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D2DB-D8C4-FE6F-E59C-24F384D6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Module for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1578-D220-129B-7BA4-895449DD0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file `string_utils.py` and write a function `</a:t>
            </a:r>
            <a:r>
              <a:rPr lang="en-US" dirty="0" err="1"/>
              <a:t>capitalize_text</a:t>
            </a:r>
            <a:r>
              <a:rPr lang="en-US" dirty="0"/>
              <a:t>(text)` that capitalizes a given string.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6620B-1145-6EE3-54E5-3A5A04F96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670653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94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B1A8-26FA-5CE0-CCEF-595D39E3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from Multiple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140A-6453-D38F-C338-0D2CFA59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script that imports functions from `greetings.py`, `math_utils.py`, and `string_utils.py` and calls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012D9-7B09-1DF5-ED44-C87600BC2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6637"/>
            <a:ext cx="8849960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505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4AD4-CF6C-9DBC-3E93-8C4D46FB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Relative 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46F4-DAB6-1884-86E8-70093D64B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your package to use relative imports for importing `</a:t>
            </a:r>
            <a:r>
              <a:rPr lang="en-US" dirty="0" err="1"/>
              <a:t>add_numbers</a:t>
            </a:r>
            <a:r>
              <a:rPr lang="en-US" dirty="0"/>
              <a:t>()` inside the `greetings.py`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E91BE-7001-4793-1F44-A122767D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26" y="3429000"/>
            <a:ext cx="8964276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54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B458-9807-9A99-4903-2F0B5C7A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Module for File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F0D0-3E9C-00D8-37C3-7EEF86229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file `file_utils.py` that contains a function `</a:t>
            </a:r>
            <a:r>
              <a:rPr lang="en-US" dirty="0" err="1"/>
              <a:t>read_file</a:t>
            </a:r>
            <a:r>
              <a:rPr lang="en-US" dirty="0"/>
              <a:t>(filename)` to read and print the contents of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B87A8-56A8-61A0-455A-DFBE8943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3864"/>
            <a:ext cx="6563641" cy="1276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1CA4F-A6B2-3B0A-0FEE-ACAC98C1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36419"/>
            <a:ext cx="622069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02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EC42-7975-8520-6C12-106ECE1B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and Using File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E966-F506-FEAB-C897-27EC808F0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script that imports `</a:t>
            </a:r>
            <a:r>
              <a:rPr lang="en-US" dirty="0" err="1"/>
              <a:t>read_file</a:t>
            </a:r>
            <a:r>
              <a:rPr lang="en-US" dirty="0"/>
              <a:t>()` from `file_utils.py` and reads the contents of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A2510-7DDE-BD3C-7319-8E015EADA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8244"/>
            <a:ext cx="746864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174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23B2-3572-67E0-8105-0363DEBC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Functions in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2D8FF-F698-3AE7-94C3-DD4FB058B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script that combines the functions from all the modules created so far into a single script that performs a greeting, a calculation, and a file read.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1F5B7-7623-D7EC-5F75-CD7761FC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51299"/>
            <a:ext cx="7744906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359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288E-01B6-EC1D-578C-D766411B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a Python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8319-315E-DDE1-DBBA-24030F9E1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`README.md` file for the Python project you have created, explaining how to use each module and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204D6-FCD2-017C-887C-66190199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2624"/>
            <a:ext cx="10944856" cy="325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83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BE79-D5F1-72CB-E5DF-A953407C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7058-EF5E-7419-BE1A-7229D129E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Modularized To-Do List Application</a:t>
            </a:r>
          </a:p>
          <a:p>
            <a:r>
              <a:rPr lang="en-US" dirty="0"/>
              <a:t>Write a Python program to modularize the To-Do List application. The application should allow the user to: </a:t>
            </a:r>
          </a:p>
          <a:p>
            <a:pPr lvl="1"/>
            <a:r>
              <a:rPr lang="en-US" dirty="0"/>
              <a:t>1. Add a new task to the list. </a:t>
            </a:r>
          </a:p>
          <a:p>
            <a:pPr lvl="1"/>
            <a:r>
              <a:rPr lang="en-US" dirty="0"/>
              <a:t>2. View all tasks.</a:t>
            </a:r>
          </a:p>
          <a:p>
            <a:pPr lvl="1"/>
            <a:r>
              <a:rPr lang="en-US" dirty="0"/>
              <a:t>3. Delete a task from the list. </a:t>
            </a:r>
          </a:p>
          <a:p>
            <a:r>
              <a:rPr lang="en-US" dirty="0"/>
              <a:t>The program should be divided into multiple files: one for handling tasks, one for file operations (saving/loading tasks), and one for the main </a:t>
            </a:r>
            <a:r>
              <a:rPr lang="en-US" dirty="0" err="1"/>
              <a:t>logi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837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F3A5-7392-ADD6-76AA-99BB4F36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8AE1-9FC5-2D56-4446-208B5A0D4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0160">
              <a:lnSpc>
                <a:spcPct val="100000"/>
              </a:lnSpc>
              <a:spcBef>
                <a:spcPts val="1215"/>
              </a:spcBef>
              <a:tabLst>
                <a:tab pos="283210" algn="l"/>
              </a:tabLst>
            </a:pPr>
            <a:r>
              <a:rPr lang="en-US" dirty="0">
                <a:latin typeface="Calibri"/>
                <a:cs typeface="Calibri"/>
              </a:rPr>
              <a:t>Week-04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File Handling and basic projects structuring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34E6D-E481-CB05-0518-D399A57A6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2429"/>
            <a:ext cx="9144000" cy="1655762"/>
          </a:xfrm>
        </p:spPr>
        <p:txBody>
          <a:bodyPr/>
          <a:lstStyle/>
          <a:p>
            <a:r>
              <a:rPr lang="en-US" dirty="0"/>
              <a:t>Project Day Preparation </a:t>
            </a:r>
          </a:p>
        </p:txBody>
      </p:sp>
    </p:spTree>
    <p:extLst>
      <p:ext uri="{BB962C8B-B14F-4D97-AF65-F5344CB8AC3E}">
        <p14:creationId xmlns:p14="http://schemas.microsoft.com/office/powerpoint/2010/main" val="24265987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1FF0-6105-8891-FA3C-ADAC6D48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D930-EDEE-59C5-6F7E-4C1A5BFE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File Handling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E40E9-7AB3-C0C6-5015-328F2EBF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simple program that creates a text file and writes a message into it.</a:t>
            </a:r>
          </a:p>
        </p:txBody>
      </p:sp>
    </p:spTree>
    <p:extLst>
      <p:ext uri="{BB962C8B-B14F-4D97-AF65-F5344CB8AC3E}">
        <p14:creationId xmlns:p14="http://schemas.microsoft.com/office/powerpoint/2010/main" val="11393812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D2D6-182C-C2CD-86FD-714799CC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F36A-9447-FFF5-A8DD-19F48306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File Handling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ADA7-218A-B3D6-6EE5-99E46FBEA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simple program that creates a text file and writes a message into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AD6DC-774E-DF07-A876-D200E0951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54926"/>
            <a:ext cx="6456032" cy="72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660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D3DA-0F83-9981-CA38-943764AB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1409-AA59-37C4-7ED9-B75FAFC7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to read the contents of a file and print them to the console.</a:t>
            </a:r>
          </a:p>
        </p:txBody>
      </p:sp>
    </p:spTree>
    <p:extLst>
      <p:ext uri="{BB962C8B-B14F-4D97-AF65-F5344CB8AC3E}">
        <p14:creationId xmlns:p14="http://schemas.microsoft.com/office/powerpoint/2010/main" val="40455666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0942-B71B-5A4B-5863-440424EF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4CBC-E972-A7AA-FF96-557A8B35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E6FB-FD8D-3A00-2520-E63573C1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to read the contents of a file and print them to the console.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FC27C-A8ED-8E8E-C583-CD2D8C94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62263"/>
            <a:ext cx="6830565" cy="94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39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541B-D246-F000-AD3B-52DB51D5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33B20-7F42-EC52-782C-1897261BD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append new data to an existing file.</a:t>
            </a:r>
          </a:p>
        </p:txBody>
      </p:sp>
    </p:spTree>
    <p:extLst>
      <p:ext uri="{BB962C8B-B14F-4D97-AF65-F5344CB8AC3E}">
        <p14:creationId xmlns:p14="http://schemas.microsoft.com/office/powerpoint/2010/main" val="12304467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5C88-990A-2694-93F7-EB507A7E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39CB-4B73-08E2-EAAC-13B8F5A1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4DDB5-FF3F-45F1-51B5-C259CEA0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append new data to an existing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FAF7D-9FC5-ED5F-9EDA-D0B7F0D24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0368"/>
            <a:ext cx="7017822" cy="80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15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A5E4-37E3-33E6-4438-3E10A651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2D71-66F9-0336-58F8-2B213611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Code into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B4295-0E1B-619F-FAB1-A2B720CE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`</a:t>
            </a:r>
            <a:r>
              <a:rPr lang="en-US" dirty="0" err="1"/>
              <a:t>save_to_file</a:t>
            </a:r>
            <a:r>
              <a:rPr lang="en-US" dirty="0"/>
              <a:t>(filename, data)` that saves data to a file</a:t>
            </a:r>
          </a:p>
        </p:txBody>
      </p:sp>
    </p:spTree>
    <p:extLst>
      <p:ext uri="{BB962C8B-B14F-4D97-AF65-F5344CB8AC3E}">
        <p14:creationId xmlns:p14="http://schemas.microsoft.com/office/powerpoint/2010/main" val="37472502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5D80-F451-3FF2-6A37-C0B92553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F3470-37DD-9DED-6293-806558C0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Code into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46D4-3C59-194C-F615-1AABC1E95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`</a:t>
            </a:r>
            <a:r>
              <a:rPr lang="en-US" dirty="0" err="1"/>
              <a:t>save_to_file</a:t>
            </a:r>
            <a:r>
              <a:rPr lang="en-US" dirty="0"/>
              <a:t>(filename, data)` that saves data to a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52E4A-B45A-EA8F-7142-B9C4291B0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82975"/>
            <a:ext cx="7571255" cy="171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442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CAE8-736B-6DB9-322B-35B7F66C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3C74-0683-B2B0-68C7-0D3E6574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Processing File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C564-A588-EAF1-973A-67E035A12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read_file</a:t>
            </a:r>
            <a:r>
              <a:rPr lang="en-US" dirty="0"/>
              <a:t>(filename)` that reads the file and returns the content.</a:t>
            </a:r>
          </a:p>
        </p:txBody>
      </p:sp>
    </p:spTree>
    <p:extLst>
      <p:ext uri="{BB962C8B-B14F-4D97-AF65-F5344CB8AC3E}">
        <p14:creationId xmlns:p14="http://schemas.microsoft.com/office/powerpoint/2010/main" val="1969082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39C1-005D-5FFE-4130-4B7ED7A7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8E96-534C-C039-4FD7-4D3EEC1A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Processing File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291E-F278-8958-28CC-A92A7DCA7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read_file</a:t>
            </a:r>
            <a:r>
              <a:rPr lang="en-US" dirty="0"/>
              <a:t>(filename)` that reads the file and returns the content.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78505-8103-8FB9-F4E4-3AC5F6FC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60173"/>
            <a:ext cx="6187783" cy="716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F0389-E9C2-7219-C3F2-05609F898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187389"/>
            <a:ext cx="6187783" cy="11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642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AAC2-00A1-F368-F63C-C57816E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BEC3-8AC8-7A47-84ED-A887C155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Project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2C5BB-D2E5-549D-AC32-E2FA632B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folder named `</a:t>
            </a:r>
            <a:r>
              <a:rPr lang="en-US" dirty="0" err="1"/>
              <a:t>todo_project</a:t>
            </a:r>
            <a:r>
              <a:rPr lang="en-US" dirty="0"/>
              <a:t>` and move your Python files into it for better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29252444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6C7D-5299-D0E8-9A50-B9FFC213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7616-C227-91A4-2500-81CEBCD6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Project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F4BD-43B2-03F6-CB26-D6CF18ECA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folder named `</a:t>
            </a:r>
            <a:r>
              <a:rPr lang="en-US" dirty="0" err="1"/>
              <a:t>todo_project</a:t>
            </a:r>
            <a:r>
              <a:rPr lang="en-US" dirty="0"/>
              <a:t>`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E189B-7F92-0EB0-C172-E473376EA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5578"/>
            <a:ext cx="7436526" cy="100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624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F03E-4D55-9A45-3330-EE1D8F8A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D86D-3CA7-797C-E630-DEA8663E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Task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8047-1534-4F94-F78E-1151347E7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save_tasks</a:t>
            </a:r>
            <a:r>
              <a:rPr lang="en-US" dirty="0"/>
              <a:t>(tasks)` that saves a list of tasks to a file.</a:t>
            </a:r>
          </a:p>
        </p:txBody>
      </p:sp>
    </p:spTree>
    <p:extLst>
      <p:ext uri="{BB962C8B-B14F-4D97-AF65-F5344CB8AC3E}">
        <p14:creationId xmlns:p14="http://schemas.microsoft.com/office/powerpoint/2010/main" val="38928761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97CFD-073A-DB0A-0E0A-5C835FB6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90DA-5E46-4B34-D34D-41D9D251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Task Data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9742B-315A-7126-FFC0-884CB60EB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save_tasks</a:t>
            </a:r>
            <a:r>
              <a:rPr lang="en-US" dirty="0"/>
              <a:t>(tasks)` that saves a list of tasks to a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75B19-B612-37FB-EA63-35836037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1082"/>
            <a:ext cx="5541818" cy="23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468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CF8EB-F3DC-EB4C-1147-5FE59ACC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91B8-3AE2-1281-7E63-1077B95F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Task Data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0A013-80CB-84EB-0917-B91D11B5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load_tasks</a:t>
            </a:r>
            <a:r>
              <a:rPr lang="en-US" dirty="0"/>
              <a:t>(filename)` that loads tasks from a file and returns them as a list.</a:t>
            </a:r>
          </a:p>
        </p:txBody>
      </p:sp>
    </p:spTree>
    <p:extLst>
      <p:ext uri="{BB962C8B-B14F-4D97-AF65-F5344CB8AC3E}">
        <p14:creationId xmlns:p14="http://schemas.microsoft.com/office/powerpoint/2010/main" val="4882338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BC5A-9B84-F4BB-0EF9-2B61DBF1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12D3-C3A6-81AE-589F-F059E341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Task Data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28F1-E47D-9C98-1192-6D6FC8D37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load_tasks</a:t>
            </a:r>
            <a:r>
              <a:rPr lang="en-US" dirty="0"/>
              <a:t>(filename)` that loads tasks from a file and returns them as a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03268-8C81-DF69-0DD3-22E29EEA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4605"/>
            <a:ext cx="5150640" cy="180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900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A3E4-EC82-5860-5D29-6EDCE8F0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B96D-491D-D43C-1B97-A7B6751B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Code into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6E9BF-7C90-2C30-EEC9-3987D45D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your task-saving and loading functions into a separate file called `file_utils.py`.</a:t>
            </a:r>
          </a:p>
        </p:txBody>
      </p:sp>
    </p:spTree>
    <p:extLst>
      <p:ext uri="{BB962C8B-B14F-4D97-AF65-F5344CB8AC3E}">
        <p14:creationId xmlns:p14="http://schemas.microsoft.com/office/powerpoint/2010/main" val="9771007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CE0C-38A4-97D0-4020-DDB41096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46C5-933B-4778-2168-7AEE6C38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Code into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090CA-3F92-4888-0446-F3AD1235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your task-saving and loading functions into a separate file called `file_utils.py`.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4F7A3-2907-2A9B-5B9C-A36A3DA3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19" y="3420187"/>
            <a:ext cx="10155382" cy="9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205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529-73A0-E774-4CD9-5F0A29AC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2AD5-A5F3-C798-F0E2-7A74E0DF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Functions from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BBC7-75D1-26FB-C721-66BE8D457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new script that imports the `</a:t>
            </a:r>
            <a:r>
              <a:rPr lang="en-US" dirty="0" err="1"/>
              <a:t>save_tasks</a:t>
            </a:r>
            <a:r>
              <a:rPr lang="en-US" dirty="0"/>
              <a:t>` and `</a:t>
            </a:r>
            <a:r>
              <a:rPr lang="en-US" dirty="0" err="1"/>
              <a:t>load_tasks</a:t>
            </a:r>
            <a:r>
              <a:rPr lang="en-US" dirty="0"/>
              <a:t>` functions from `file_utils.py` and uses them.</a:t>
            </a:r>
          </a:p>
        </p:txBody>
      </p:sp>
    </p:spTree>
    <p:extLst>
      <p:ext uri="{BB962C8B-B14F-4D97-AF65-F5344CB8AC3E}">
        <p14:creationId xmlns:p14="http://schemas.microsoft.com/office/powerpoint/2010/main" val="28972889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0BBD-466E-A1F8-AD11-19108A8A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94D9-D860-A8F5-E186-89EE1AC0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Functions from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5E896-C0E7-66C9-FFEC-2A8B6EAEF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new script that imports the `</a:t>
            </a:r>
            <a:r>
              <a:rPr lang="en-US" dirty="0" err="1"/>
              <a:t>save_tasks</a:t>
            </a:r>
            <a:r>
              <a:rPr lang="en-US" dirty="0"/>
              <a:t>` and `</a:t>
            </a:r>
            <a:r>
              <a:rPr lang="en-US" dirty="0" err="1"/>
              <a:t>load_tasks</a:t>
            </a:r>
            <a:r>
              <a:rPr lang="en-US" dirty="0"/>
              <a:t>` functions from `file_utils.py` and uses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A77AE-AD08-0C26-C1AF-E4A7D6B9B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4" y="3245765"/>
            <a:ext cx="7673742" cy="202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334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65A0-21DD-1AC6-D056-0A287F85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24B2-EA5A-4D04-7CE8-378661F1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File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FA14-BD43-8CAF-F99F-773527805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handles `</a:t>
            </a:r>
            <a:r>
              <a:rPr lang="en-US" dirty="0" err="1"/>
              <a:t>FileNotFoundError</a:t>
            </a:r>
            <a:r>
              <a:rPr lang="en-US" dirty="0"/>
              <a:t>` when trying to load tasks from a nonexistent file.</a:t>
            </a:r>
          </a:p>
        </p:txBody>
      </p:sp>
    </p:spTree>
    <p:extLst>
      <p:ext uri="{BB962C8B-B14F-4D97-AF65-F5344CB8AC3E}">
        <p14:creationId xmlns:p14="http://schemas.microsoft.com/office/powerpoint/2010/main" val="6956512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B7DA-6D94-08CD-A085-9219FD6E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80B2-7490-0577-B9CF-5F48862F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File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DFD0-5929-A358-A10A-A6A174D5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handles `</a:t>
            </a:r>
            <a:r>
              <a:rPr lang="en-US" dirty="0" err="1"/>
              <a:t>FileNotFoundError</a:t>
            </a:r>
            <a:r>
              <a:rPr lang="en-US" dirty="0"/>
              <a:t>` when trying to load tasks from a nonexistent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0C8E9-5495-B972-21B9-8BBB590F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812220" cy="15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625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2764-96CF-3085-A82A-A8827D85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5383-B660-40BB-6DB5-72AF552C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Modularization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ADD5-4433-4C94-A6F6-AD18D0897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Refactor your to-do list project by separating file handling, task management, and main logic into separate files.</a:t>
            </a:r>
          </a:p>
        </p:txBody>
      </p:sp>
    </p:spTree>
    <p:extLst>
      <p:ext uri="{BB962C8B-B14F-4D97-AF65-F5344CB8AC3E}">
        <p14:creationId xmlns:p14="http://schemas.microsoft.com/office/powerpoint/2010/main" val="33956797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9E76-7FFE-70AE-37D6-06009F3F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F276-20A3-801D-093F-2522120F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Modularization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5175-9E71-0B6F-D458-418AE7EDA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Refactor your to-do list project by separating file handling, task management, and main logic into separate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37449-C13E-F53A-A469-431E37AD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35" y="3529317"/>
            <a:ext cx="11028108" cy="61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191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9F0E-AE88-2C6D-C6D1-40A3015E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2046-96AC-7F3D-4945-706617D1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`if __name__ == '__main__'`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6C00-61F8-265C-1DC4-4663FF32F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your scripts only execute when run directly, not when imported as modules.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B81DD7-AFF8-0E96-28AE-47810C0E5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8276"/>
            <a:ext cx="6360544" cy="136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077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2F1B-58F6-DC28-E8FE-BA0356F5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Print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1C75-366D-D7CB-EE8F-5953F75A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print statements to your project to trace the flow of data between modules.</a:t>
            </a:r>
          </a:p>
        </p:txBody>
      </p:sp>
    </p:spTree>
    <p:extLst>
      <p:ext uri="{BB962C8B-B14F-4D97-AF65-F5344CB8AC3E}">
        <p14:creationId xmlns:p14="http://schemas.microsoft.com/office/powerpoint/2010/main" val="13249369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E694-92DA-0B75-C22C-B55EDB3F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BAD2-0FEF-615A-55FE-331132A6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Print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78F5-2D6F-BC7E-67E7-244CF7860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print statements to your project to trace the flow of data between modules.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7AD5A-1471-33B2-5679-6372960B8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5274"/>
            <a:ext cx="7809962" cy="174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37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F445-93C7-B384-4B08-B4E3F255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the Refactored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4D89-B6F8-453D-9662-C51E5A373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`README.md` file explaining how the project is structured and how to use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779D0-C82A-8398-91A6-F62A01B8D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3316"/>
            <a:ext cx="7912239" cy="144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7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4042</Words>
  <Application>Microsoft Office PowerPoint</Application>
  <PresentationFormat>Widescreen</PresentationFormat>
  <Paragraphs>278</Paragraphs>
  <Slides>90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Aptos</vt:lpstr>
      <vt:lpstr>Aptos Display</vt:lpstr>
      <vt:lpstr>Arial</vt:lpstr>
      <vt:lpstr>Calibri</vt:lpstr>
      <vt:lpstr>Nunito</vt:lpstr>
      <vt:lpstr>Office Theme</vt:lpstr>
      <vt:lpstr>Week-04 File Handling and basic projects structuring </vt:lpstr>
      <vt:lpstr>File Handling in Python</vt:lpstr>
      <vt:lpstr>Why do we need File Handling</vt:lpstr>
      <vt:lpstr>open() function</vt:lpstr>
      <vt:lpstr>open() function - Syntax</vt:lpstr>
      <vt:lpstr>close() function - Syntax</vt:lpstr>
      <vt:lpstr>read() function - Syntax</vt:lpstr>
      <vt:lpstr>Reading from a File</vt:lpstr>
      <vt:lpstr>Reading from a File</vt:lpstr>
      <vt:lpstr>Using `with` Statement</vt:lpstr>
      <vt:lpstr>Read Only Parts of the File</vt:lpstr>
      <vt:lpstr>Read Lines</vt:lpstr>
      <vt:lpstr>Reading File Line by Line</vt:lpstr>
      <vt:lpstr>Reading File Line by Line</vt:lpstr>
      <vt:lpstr>Checking File Properties</vt:lpstr>
      <vt:lpstr>Writing a File</vt:lpstr>
      <vt:lpstr>Writing Multiple Lines to a File</vt:lpstr>
      <vt:lpstr>Writing Multiple Lines to a File</vt:lpstr>
      <vt:lpstr>Appending to a File</vt:lpstr>
      <vt:lpstr>Writing Numbers to a File</vt:lpstr>
      <vt:lpstr>Writing Numbers to a File</vt:lpstr>
      <vt:lpstr>Reading Numbers from a File</vt:lpstr>
      <vt:lpstr>Create a New File</vt:lpstr>
      <vt:lpstr>Creating and Writing to a File</vt:lpstr>
      <vt:lpstr>Writing and Reading Lists to a File</vt:lpstr>
      <vt:lpstr>Checking if a File Exists</vt:lpstr>
      <vt:lpstr>Handling FileNotFoundError</vt:lpstr>
      <vt:lpstr>Counting Words in a File </vt:lpstr>
      <vt:lpstr>Copying the Contents of a File</vt:lpstr>
      <vt:lpstr>Writing User Input to a File</vt:lpstr>
      <vt:lpstr>File Seek and Tell</vt:lpstr>
      <vt:lpstr>Assignment Task:</vt:lpstr>
      <vt:lpstr>Week-04 File Handling and basic projects structuring </vt:lpstr>
      <vt:lpstr>Appending Data to a File &amp; Reading After Appending</vt:lpstr>
      <vt:lpstr>Writing and Appending User Input</vt:lpstr>
      <vt:lpstr>Delete a File</vt:lpstr>
      <vt:lpstr>Delete a File</vt:lpstr>
      <vt:lpstr>Delete Folder</vt:lpstr>
      <vt:lpstr>Writing User Data to a File</vt:lpstr>
      <vt:lpstr>Handling File Input Errors</vt:lpstr>
      <vt:lpstr>File Line Count </vt:lpstr>
      <vt:lpstr>Appending Multiple Lines of Input</vt:lpstr>
      <vt:lpstr>Assignment Task</vt:lpstr>
      <vt:lpstr>Week-04 File Handling and basic projects structuring </vt:lpstr>
      <vt:lpstr>Learning Outcomes</vt:lpstr>
      <vt:lpstr>Organizing Code into Functions</vt:lpstr>
      <vt:lpstr>Saving Functions in a Separate File</vt:lpstr>
      <vt:lpstr>Importing a Function from Another File</vt:lpstr>
      <vt:lpstr>Creating a Function to Add Numbers</vt:lpstr>
      <vt:lpstr>Importing Functions from Multiple Files</vt:lpstr>
      <vt:lpstr>Using ‘if __name__ == '__main__'’</vt:lpstr>
      <vt:lpstr>Creating a Python Package</vt:lpstr>
      <vt:lpstr>Importing from a Python Package</vt:lpstr>
      <vt:lpstr>Creating a Module for String Operations</vt:lpstr>
      <vt:lpstr>Importing from Multiple Modules</vt:lpstr>
      <vt:lpstr>Using Relative Imports</vt:lpstr>
      <vt:lpstr>Writing a Module for File Operations</vt:lpstr>
      <vt:lpstr>Importing and Using File Operations</vt:lpstr>
      <vt:lpstr>Combining Functions in a Project</vt:lpstr>
      <vt:lpstr>Documenting a Python Project</vt:lpstr>
      <vt:lpstr>Assignment Task</vt:lpstr>
      <vt:lpstr>Week-04 File Handling and basic projects structuring </vt:lpstr>
      <vt:lpstr>Reviewing File Handling Basics</vt:lpstr>
      <vt:lpstr>Reviewing File Handling Basics</vt:lpstr>
      <vt:lpstr>Reading from a File</vt:lpstr>
      <vt:lpstr>Reading from a File</vt:lpstr>
      <vt:lpstr>Appending Data to a File</vt:lpstr>
      <vt:lpstr>Appending Data to a File</vt:lpstr>
      <vt:lpstr>Organizing Code into Functions</vt:lpstr>
      <vt:lpstr>Organizing Code into Functions</vt:lpstr>
      <vt:lpstr>Reading and Processing File Data</vt:lpstr>
      <vt:lpstr>Reading and Processing File Data</vt:lpstr>
      <vt:lpstr>Creating a Project Folder</vt:lpstr>
      <vt:lpstr>Creating a Project Folder</vt:lpstr>
      <vt:lpstr>Saving Task Data to a File</vt:lpstr>
      <vt:lpstr>Saving Task Data to a File</vt:lpstr>
      <vt:lpstr>Loading Task Data from a File</vt:lpstr>
      <vt:lpstr>Loading Task Data from a File</vt:lpstr>
      <vt:lpstr>Refactoring Code into Modules</vt:lpstr>
      <vt:lpstr>Refactoring Code into Modules</vt:lpstr>
      <vt:lpstr>Importing Functions from a Module</vt:lpstr>
      <vt:lpstr>Importing Functions from a Module</vt:lpstr>
      <vt:lpstr>Handling File Errors</vt:lpstr>
      <vt:lpstr>Handling File Errors</vt:lpstr>
      <vt:lpstr>Reviewing Modularization Concepts</vt:lpstr>
      <vt:lpstr>Reviewing Modularization Concepts</vt:lpstr>
      <vt:lpstr>Using `if __name__ == '__main__'`</vt:lpstr>
      <vt:lpstr>Debugging with Print Statements</vt:lpstr>
      <vt:lpstr>Debugging with Print Statements</vt:lpstr>
      <vt:lpstr>Documenting the Refactored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Barkha Teekam</dc:creator>
  <cp:lastModifiedBy>Barkha Teekam</cp:lastModifiedBy>
  <cp:revision>13</cp:revision>
  <dcterms:created xsi:type="dcterms:W3CDTF">2026-02-02T20:09:08Z</dcterms:created>
  <dcterms:modified xsi:type="dcterms:W3CDTF">2026-06-04T07:28:15Z</dcterms:modified>
</cp:coreProperties>
</file>